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3"/>
    <p:sldMasterId id="2147483677" r:id="rId4"/>
    <p:sldMasterId id="214748367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6858000" cx="12192000"/>
  <p:notesSz cx="6858000" cy="9144000"/>
  <p:embeddedFontLst>
    <p:embeddedFont>
      <p:font typeface="Quattrocento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QuattrocentoSans-regular.fntdata"/><Relationship Id="rId23" Type="http://schemas.openxmlformats.org/officeDocument/2006/relationships/slide" Target="slides/slide17.xml"/><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26" Type="http://schemas.openxmlformats.org/officeDocument/2006/relationships/font" Target="fonts/QuattrocentoSans-italic.fntdata"/><Relationship Id="rId25" Type="http://schemas.openxmlformats.org/officeDocument/2006/relationships/font" Target="fonts/QuattrocentoSans-bold.fntdata"/><Relationship Id="rId27" Type="http://schemas.openxmlformats.org/officeDocument/2006/relationships/font" Target="fonts/QuattrocentoSans-boldItalic.fntdata"/><Relationship Id="rId5" Type="http://schemas.openxmlformats.org/officeDocument/2006/relationships/slideMaster" Target="slideMasters/slideMaster3.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0:00–0:20. Start the skit before the presenter explains the product. Team member A: ‘Great event. Want to take these leftovers home?’ Team member B: ‘No, I can’t take them all.’ A: ‘Should we donate them?’ B: ‘Who can take them tonight, and who is picking them up?’ A pauses with an empty tray near a bin. Presenter: ‘Potentially usable food is still here, but no recipient or pickup has been arranged. Not Wasted sets up that handoff before teardown.’ Treat this as an illustrative scenario, not a reported event. The image is illustrative. TRANSITION: ‘Here’s why that moment keeps happening.’</a:t>
            </a:r>
            <a:endParaRPr/>
          </a:p>
        </p:txBody>
      </p:sp>
      <p:sp>
        <p:nvSpPr>
          <p:cNvPr id="179" name="Google Shape;179;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1:10–2:00. Demonstrate the prototype if it is working: event offer, host confirmation, recipient/backup, and pickup status. The screen on this slide is an illustrative interface, not a claim that these exact controls have been built. Replace it with your real app screenshot or click-through if available. Explain that the 60–90 minute reminder gives the partner time to prepare; it is not a promise that a driver waits at the venue. External pickup follows the partner’s actual ETA. A 30-minute claim hold is only an optional campus-student flow, not a general food-bank pickup deadline. TRANSITION: ‘AI helps prepare the offer, while people verify the food.’</a:t>
            </a:r>
            <a:endParaRPr/>
          </a:p>
        </p:txBody>
      </p:sp>
      <p:sp>
        <p:nvSpPr>
          <p:cNvPr id="194" name="Google Shape;194;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2:00–2:25. Explain the AI narrowly. RSVP, catering order, and past outcomes can support a likely surplus range; the host confirms actuals. OCI Generative AI can help structure event/order text; OCI Vision can suggest image tags or read visible packaging. A person verifies servings, handling, ingredient/label details, and partner acceptance. Do not describe AI vision as an allergen detector or food-safety certifier. Minimize data: food, timing, quantity, location, and pickup status; no attendee lists. Sources: Oracle OCI Vision documentation, https://docs.oracle.com/en-us/iaas/Content/vision/using/home.htm ; Oracle OCI Generative AI overview, https://docs.oracle.com/en-us/iaas/Content/generative-ai/overview.htm ; FDA Food Allergies: What You Need to Know, https://www.fda.gov/media/180903/download . TRANSITION: ‘We can test this with one complete loop.’</a:t>
            </a:r>
            <a:endParaRPr/>
          </a:p>
        </p:txBody>
      </p:sp>
      <p:sp>
        <p:nvSpPr>
          <p:cNvPr id="228" name="Google Shape;228;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2:25–2:50. Pitch a narrow pilot, not a citywide rollout. These are measures we propose to collect, not achieved results. The initial funding hypothesis is that a host institution’s facilities, sustainability, or CSR program supports the coordination; the receiving nonprofit should not face a per-donation fee. This is unvalidated—say so and test willingness to fund the pilot. The route should use existing facilities and a confirmed pickup window, not a new hub or a driver asked to wait indefinitely. TRANSITION: ‘We’re looking for the right first partners to prove the loop.’</a:t>
            </a:r>
            <a:endParaRPr/>
          </a:p>
        </p:txBody>
      </p:sp>
      <p:sp>
        <p:nvSpPr>
          <p:cNvPr id="259" name="Google Shape;25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TIME: 2:50–3:00. Replace every placeholder with the real team roster, contribution, and relevant skills. Remove unused cards or add a fourth if needed; do not leave placeholders in the presented deck. Make the ask concrete: introductions to one event host, one food-recovery partner, and one transport partner willing to explore a small pilot. Close on the project name and tagline. Do not imply any partner has agreed unless that is true.</a:t>
            </a:r>
            <a:endParaRPr/>
          </a:p>
        </p:txBody>
      </p:sp>
      <p:sp>
        <p:nvSpPr>
          <p:cNvPr id="294" name="Google Shape;294;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he9d54a7fea11129_11_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he9d54a7fea11129_11_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ESTIMATED TIME: 25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SPOKEN SCRIPT</a:t>
            </a:r>
            <a:endParaRPr/>
          </a:p>
          <a:p>
            <a:pPr indent="0" lvl="0" marL="0" rtl="0" algn="l">
              <a:spcBef>
                <a:spcPts val="0"/>
              </a:spcBef>
              <a:spcAft>
                <a:spcPts val="0"/>
              </a:spcAft>
              <a:buNone/>
            </a:pPr>
            <a:r>
              <a:rPr lang="en-US" sz="1200"/>
              <a:t>Our user is the person who has to lock the doors: an event or facilities coordinator at a company or university. At teardown, donating adds three jobs: finding someone who can accept the food, checking their capacity and requirements, and arranging transport. How might we predict where and when usable surplus will appear, then arrange a recipient and pickup before event teardown?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We move that planning earlier.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Visual: AI-generated editorial illustration, not a real event or team member. Built-in image generation tool. Prompt: One coordinator at the end of a catered campus event, holding a phone and keys beside covered catering trays, with stacked chairs, in a minimal flat editorial style using plum, cream, coral and pale sage. No text or logos.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 User-supplied Not Wasted pitch brief. Forecasts, partnerships, product functions and funding are proposals unless independently verified by the team.</a:t>
            </a:r>
            <a:endParaRPr/>
          </a:p>
        </p:txBody>
      </p:sp>
      <p:sp>
        <p:nvSpPr>
          <p:cNvPr id="324" name="Google Shape;324;he9d54a7fea11129_11_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he9d54a7fea11129_11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he9d54a7fea11129_1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ESTIMATED TIME: 20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SPOKEN SCRIPT</a:t>
            </a:r>
            <a:endParaRPr/>
          </a:p>
          <a:p>
            <a:pPr indent="0" lvl="0" marL="0" rtl="0" algn="l">
              <a:spcBef>
                <a:spcPts val="0"/>
              </a:spcBef>
              <a:spcAft>
                <a:spcPts val="0"/>
              </a:spcAft>
              <a:buNone/>
            </a:pPr>
            <a:r>
              <a:rPr lang="en-US" sz="1200"/>
              <a:t>[Two team members stand beside an EMPTY catering tray or takeout container. Use only a prop, never real food. This is an illustrative scenario, not a real event or measured result. Keep handoffs brisk.]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Person A: “That was a great event. We have some food left. Should we donate it?”</a:t>
            </a:r>
            <a:endParaRPr/>
          </a:p>
          <a:p>
            <a:pPr indent="0" lvl="0" marL="0" rtl="0" algn="l">
              <a:spcBef>
                <a:spcPts val="0"/>
              </a:spcBef>
              <a:spcAft>
                <a:spcPts val="0"/>
              </a:spcAft>
              <a:buNone/>
            </a:pPr>
            <a:r>
              <a:rPr lang="en-US" sz="1200"/>
              <a:t>Person B: “To who? I don’t know who can take it tonight, and we don’t have a pickup.”</a:t>
            </a:r>
            <a:endParaRPr/>
          </a:p>
          <a:p>
            <a:pPr indent="0" lvl="0" marL="0" rtl="0" algn="l">
              <a:spcBef>
                <a:spcPts val="0"/>
              </a:spcBef>
              <a:spcAft>
                <a:spcPts val="0"/>
              </a:spcAft>
              <a:buNone/>
            </a:pPr>
            <a:r>
              <a:rPr lang="en-US" sz="1200"/>
              <a:t>Person A: “I need to lock up. I guess we toss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[Person A moves the empty tray toward a bin, then pauses. The presenter turns to the judges.]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Presenter: “The organizer cared. The recipient and pickup just weren’t arranged before closing. Not Wasted prepares that handoff earlier.”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[Advance immediately. The next slide explains why teardown is too late.]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REHEARSAL: The requested opening is word-dense for 20 seconds. Practice the full dialogue with quick handoffs and no extra introduction. Do not make hunger or food waste the joke.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 User-supplied Not Wasted pitch brief. Forecasts, partnerships, product functions and funding are proposals unless independently verified by the team.</a:t>
            </a:r>
            <a:endParaRPr/>
          </a:p>
        </p:txBody>
      </p:sp>
      <p:sp>
        <p:nvSpPr>
          <p:cNvPr id="330" name="Google Shape;330;he9d54a7fea11129_11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he9d54a7fea11129_33_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he9d54a7fea11129_33_75: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he9d54a7fea11129_26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3" name="Google Shape;383;he9d54a7fea11129_26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84" name="Google Shape;384;he9d54a7fea11129_26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he9d54a7fea11129_49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0" name="Google Shape;440;he9d54a7fea11129_49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41" name="Google Shape;441;he9d54a7fea11129_49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he9d54a7fea11129_38_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5" name="Google Shape;475;he9d54a7fea11129_38_75:notes"/>
          <p:cNvSpPr/>
          <p:nvPr>
            <p:ph idx="2" type="sldImg"/>
          </p:nvPr>
        </p:nvSpPr>
        <p:spPr>
          <a:xfrm>
            <a:off x="1164598" y="685800"/>
            <a:ext cx="452948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he9d54a7fea11129_44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he9d54a7fea11129_44_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hb3ec1c5f4e62300_1_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0" name="Google Shape;580;hb3ec1c5f4e62300_1_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ESTIMATED TIME: 25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SPOKEN SCRIPT</a:t>
            </a:r>
            <a:endParaRPr/>
          </a:p>
          <a:p>
            <a:pPr indent="0" lvl="0" marL="0" rtl="0" algn="l">
              <a:spcBef>
                <a:spcPts val="0"/>
              </a:spcBef>
              <a:spcAft>
                <a:spcPts val="0"/>
              </a:spcAft>
              <a:buNone/>
            </a:pPr>
            <a:r>
              <a:rPr lang="en-US" sz="1200"/>
              <a:t>Our user is the person who has to lock the doors: an event or facilities coordinator at a company or university. At teardown, donating adds three jobs: finding someone who can accept the food, checking their capacity and requirements, and arranging transport. How might we predict where and when usable surplus will appear, then arrange a recipient and pickup before event teardown?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We move that planning earlier.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Visual: AI-generated editorial illustration, not a real event or team member. Built-in image generation tool. Prompt: One coordinator at the end of a catered campus event, holding a phone and keys beside covered catering trays, with stacked chairs, in a minimal flat editorial style using plum, cream, coral and pale sage. No text or logos.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 User-supplied Not Wasted pitch brief. Forecasts, partnerships, product functions and funding are proposals unless independently verified by the team.</a:t>
            </a:r>
            <a:endParaRPr/>
          </a:p>
        </p:txBody>
      </p:sp>
      <p:sp>
        <p:nvSpPr>
          <p:cNvPr id="581" name="Google Shape;581;hb3ec1c5f4e62300_1_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he9d54a7fea11129_11_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he9d54a7fea11129_11_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ESTIMATED TIME: 50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SPOKEN SCRIPT</a:t>
            </a:r>
            <a:endParaRPr/>
          </a:p>
          <a:p>
            <a:pPr indent="0" lvl="0" marL="0" rtl="0" algn="l">
              <a:spcBef>
                <a:spcPts val="0"/>
              </a:spcBef>
              <a:spcAft>
                <a:spcPts val="0"/>
              </a:spcAft>
              <a:buNone/>
            </a:pPr>
            <a:r>
              <a:rPr lang="en-US" sz="1200"/>
              <a:t>[Open the actual prototype or show the inserted screenshot. Point to the matching screen as you talk. Call each unfinished step a mockup or concept.]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Imagine a catered department event. The coordinator opts in and shares the time, location, RSVP estimate and available catering or menu details. The proposed system uses that information, plus past outcomes where available, to estimate a likely surplus range.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The plan matches a verified recipient and backup by food acceptance, capacity, timing and distance, then reserves a pickup window with a partner route or volunteer pool. A reminder arrives sixty to ninety minutes before the event ends. At close, the host confirms the actual food with one tap and a photo. Pickup happens within the agreed window, with delivery to the partner’s existing facility.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Here is where AI helps, and where a person stays in control.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DEMO CUES: 0–12s event setup, 12–27s estimated range and recipient/pickup plan, 27–40s reminder and confirmation, 40–50s handoff. Replace this placeholder with actual product evidence. No prototype or build inventory was supplied with the brief. Do not describe a proposed step, integration or partner agreement as working until verified. Keep an offline screenshot backup. No universal 30-minute deadline applies to recovery partners.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 User-supplied Not Wasted pitch brief. Forecasts, partnerships, product functions and funding are proposals unless independently verified by the team.</a:t>
            </a:r>
            <a:endParaRPr/>
          </a:p>
        </p:txBody>
      </p:sp>
      <p:sp>
        <p:nvSpPr>
          <p:cNvPr id="599" name="Google Shape;599;he9d54a7fea11129_11_5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he9d54a7fea11129_11_8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7" name="Google Shape;627;he9d54a7fea11129_11_8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ESTIMATED TIME: 25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SPOKEN SCRIPT</a:t>
            </a:r>
            <a:endParaRPr/>
          </a:p>
          <a:p>
            <a:pPr indent="0" lvl="0" marL="0" rtl="0" algn="l">
              <a:spcBef>
                <a:spcPts val="0"/>
              </a:spcBef>
              <a:spcAft>
                <a:spcPts val="0"/>
              </a:spcAft>
              <a:buNone/>
            </a:pPr>
            <a:r>
              <a:rPr lang="en-US" sz="1200"/>
              <a:t>AI has a specific job: organize event and order information, estimate a likely surplus range, and suggest photo tags to reduce typing. Our proposed OCI role supports information organization or image tagging. A person confirms actual quantity, packaging and relevant food details. A photo cannot prove safety or allergen status. We use only the operational data needed for the handoff, without attendee lists or private event details.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We would test this with a deliberately small pilot.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Before presenting, replace the OCI placeholder with the exact service and demonstrated step. If OCI is only planned, say “planned” on the slide and in the script. Do not imply exact quantity prediction, food-safety certification or an existing integration.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 User-supplied Not Wasted pitch brief. Forecasts, partnerships, product functions and funding are proposals unless independently verified by the team.</a:t>
            </a:r>
            <a:endParaRPr/>
          </a:p>
        </p:txBody>
      </p:sp>
      <p:sp>
        <p:nvSpPr>
          <p:cNvPr id="628" name="Google Shape;628;he9d54a7fea11129_11_8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he9d54a7fea11129_11_10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8" name="Google Shape;648;he9d54a7fea11129_11_10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ESTIMATED TIME: 25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SPOKEN SCRIPT</a:t>
            </a:r>
            <a:endParaRPr/>
          </a:p>
          <a:p>
            <a:pPr indent="0" lvl="0" marL="0" rtl="0" algn="l">
              <a:spcBef>
                <a:spcPts val="0"/>
              </a:spcBef>
              <a:spcAft>
                <a:spcPts val="0"/>
              </a:spcAft>
              <a:buNone/>
            </a:pPr>
            <a:r>
              <a:rPr lang="en-US" sz="1200"/>
              <a:t>Start with one facility or department, one event type, one verified recovery partner and one scheduled volunteer pool. We would measure forecast versus confirmed surplus, offers accepted and picked up, confirmation-to-arrival time, organizer effort and recipient acceptance. These are measures to collect. Revenue is unvalidated. Our hypothesis is that host facilities, sustainability or CSR funding could support coordination, without charging recipients per donation.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To test it, we need a few introductions.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This is a proposed pilot scope and measurement plan, not an existing partnership or a report of pilot results. Validate who owns the host budget and whether they would pay.</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 User-supplied Not Wasted pitch brief. Forecasts, partnerships, product functions and funding are proposals unless independently verified by the team.</a:t>
            </a:r>
            <a:endParaRPr/>
          </a:p>
        </p:txBody>
      </p:sp>
      <p:sp>
        <p:nvSpPr>
          <p:cNvPr id="649" name="Google Shape;649;he9d54a7fea11129_11_10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he9d54a7fea11129_11_1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8" name="Google Shape;668;he9d54a7fea11129_11_1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ESTIMATED TIME: 10 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SPOKEN SCRIPT</a:t>
            </a:r>
            <a:endParaRPr/>
          </a:p>
          <a:p>
            <a:pPr indent="0" lvl="0" marL="0" rtl="0" algn="l">
              <a:spcBef>
                <a:spcPts val="0"/>
              </a:spcBef>
              <a:spcAft>
                <a:spcPts val="0"/>
              </a:spcAft>
              <a:buNone/>
            </a:pPr>
            <a:r>
              <a:rPr lang="en-US" sz="1200"/>
              <a:t>Help us connect with one event host, one food-recovery partner, and a volunteer or route partner to test a pilot. Not Wasted. Surplus saved. Not wasted.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TRANSITION</a:t>
            </a:r>
            <a:endParaRPr/>
          </a:p>
          <a:p>
            <a:pPr indent="0" lvl="0" marL="0" rtl="0" algn="l">
              <a:spcBef>
                <a:spcPts val="0"/>
              </a:spcBef>
              <a:spcAft>
                <a:spcPts val="0"/>
              </a:spcAft>
              <a:buNone/>
            </a:pPr>
            <a:r>
              <a:rPr lang="en-US" sz="1200"/>
              <a:t>[Pause, make eye contact, then take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Fill in all real team names, roles and relevant skills before presenting. Let the on-screen roster do the introductions to protect the ten-second close. Do not invent credentials.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Source: User-supplied Not Wasted pitch brief. Forecasts, partnerships, product functions and funding are proposals unless independently verified by the team.</a:t>
            </a:r>
            <a:endParaRPr/>
          </a:p>
        </p:txBody>
      </p:sp>
      <p:sp>
        <p:nvSpPr>
          <p:cNvPr id="669" name="Google Shape;669;he9d54a7fea11129_11_1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3" name="Google Shape;13;p3"/>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1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lvl="2" marR="0" rtl="0" algn="l">
              <a:lnSpc>
                <a:spcPct val="110000"/>
              </a:lnSpc>
              <a:spcBef>
                <a:spcPts val="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lvl="3"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5"/>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8" name="Google Shape;18;p5"/>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6"/>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1" name="Google Shape;21;p6"/>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 name="Google Shape;22;p6"/>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5" name="Google Shape;25;p7"/>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2" name="Shape 32"/>
        <p:cNvGrpSpPr/>
        <p:nvPr/>
      </p:nvGrpSpPr>
      <p:grpSpPr>
        <a:xfrm>
          <a:off x="0" y="0"/>
          <a:ext cx="0" cy="0"/>
          <a:chOff x="0" y="0"/>
          <a:chExt cx="0" cy="0"/>
        </a:xfrm>
      </p:grpSpPr>
      <p:sp>
        <p:nvSpPr>
          <p:cNvPr id="33" name="Google Shape;33;p9"/>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9"/>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9"/>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6" name="Shape 36"/>
        <p:cNvGrpSpPr/>
        <p:nvPr/>
      </p:nvGrpSpPr>
      <p:grpSpPr>
        <a:xfrm>
          <a:off x="0" y="0"/>
          <a:ext cx="0" cy="0"/>
          <a:chOff x="0" y="0"/>
          <a:chExt cx="0" cy="0"/>
        </a:xfrm>
      </p:grpSpPr>
      <p:sp>
        <p:nvSpPr>
          <p:cNvPr id="37" name="Google Shape;37;p10"/>
          <p:cNvSpPr txBox="1"/>
          <p:nvPr>
            <p:ph type="ctrTitle"/>
          </p:nvPr>
        </p:nvSpPr>
        <p:spPr>
          <a:xfrm>
            <a:off x="685818" y="2130425"/>
            <a:ext cx="7772607"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0"/>
          <p:cNvSpPr txBox="1"/>
          <p:nvPr>
            <p:ph idx="1" type="subTitle"/>
          </p:nvPr>
        </p:nvSpPr>
        <p:spPr>
          <a:xfrm>
            <a:off x="1371637" y="3886200"/>
            <a:ext cx="6400971"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39" name="Google Shape;39;p10"/>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0"/>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10"/>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2" name="Shape 42"/>
        <p:cNvGrpSpPr/>
        <p:nvPr/>
      </p:nvGrpSpPr>
      <p:grpSpPr>
        <a:xfrm>
          <a:off x="0" y="0"/>
          <a:ext cx="0" cy="0"/>
          <a:chOff x="0" y="0"/>
          <a:chExt cx="0" cy="0"/>
        </a:xfrm>
      </p:grpSpPr>
      <p:sp>
        <p:nvSpPr>
          <p:cNvPr id="43" name="Google Shape;43;p11"/>
          <p:cNvSpPr txBox="1"/>
          <p:nvPr>
            <p:ph type="title"/>
          </p:nvPr>
        </p:nvSpPr>
        <p:spPr>
          <a:xfrm>
            <a:off x="457212" y="274638"/>
            <a:ext cx="8229819"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11"/>
          <p:cNvSpPr txBox="1"/>
          <p:nvPr>
            <p:ph idx="1" type="body"/>
          </p:nvPr>
        </p:nvSpPr>
        <p:spPr>
          <a:xfrm>
            <a:off x="457212" y="1600200"/>
            <a:ext cx="8229819"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 name="Google Shape;45;p11"/>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1"/>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1"/>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 name="Shape 48"/>
        <p:cNvGrpSpPr/>
        <p:nvPr/>
      </p:nvGrpSpPr>
      <p:grpSpPr>
        <a:xfrm>
          <a:off x="0" y="0"/>
          <a:ext cx="0" cy="0"/>
          <a:chOff x="0" y="0"/>
          <a:chExt cx="0" cy="0"/>
        </a:xfrm>
      </p:grpSpPr>
      <p:sp>
        <p:nvSpPr>
          <p:cNvPr id="49" name="Google Shape;49;p12"/>
          <p:cNvSpPr txBox="1"/>
          <p:nvPr>
            <p:ph type="title"/>
          </p:nvPr>
        </p:nvSpPr>
        <p:spPr>
          <a:xfrm>
            <a:off x="722332" y="4406900"/>
            <a:ext cx="7772607"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12"/>
          <p:cNvSpPr txBox="1"/>
          <p:nvPr>
            <p:ph idx="1" type="body"/>
          </p:nvPr>
        </p:nvSpPr>
        <p:spPr>
          <a:xfrm>
            <a:off x="722332" y="2906713"/>
            <a:ext cx="7772607"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51" name="Google Shape;51;p12"/>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2"/>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2"/>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4" name="Shape 54"/>
        <p:cNvGrpSpPr/>
        <p:nvPr/>
      </p:nvGrpSpPr>
      <p:grpSpPr>
        <a:xfrm>
          <a:off x="0" y="0"/>
          <a:ext cx="0" cy="0"/>
          <a:chOff x="0" y="0"/>
          <a:chExt cx="0" cy="0"/>
        </a:xfrm>
      </p:grpSpPr>
      <p:sp>
        <p:nvSpPr>
          <p:cNvPr id="55" name="Google Shape;55;p13"/>
          <p:cNvSpPr txBox="1"/>
          <p:nvPr>
            <p:ph type="title"/>
          </p:nvPr>
        </p:nvSpPr>
        <p:spPr>
          <a:xfrm>
            <a:off x="457212" y="274638"/>
            <a:ext cx="8229819"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3"/>
          <p:cNvSpPr txBox="1"/>
          <p:nvPr>
            <p:ph idx="1" type="body"/>
          </p:nvPr>
        </p:nvSpPr>
        <p:spPr>
          <a:xfrm>
            <a:off x="457212" y="1600200"/>
            <a:ext cx="4038708"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7" name="Google Shape;57;p13"/>
          <p:cNvSpPr txBox="1"/>
          <p:nvPr>
            <p:ph idx="2" type="body"/>
          </p:nvPr>
        </p:nvSpPr>
        <p:spPr>
          <a:xfrm>
            <a:off x="4648324" y="1600200"/>
            <a:ext cx="4038708"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8" name="Google Shape;58;p13"/>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3"/>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3"/>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14"/>
          <p:cNvSpPr txBox="1"/>
          <p:nvPr>
            <p:ph type="title"/>
          </p:nvPr>
        </p:nvSpPr>
        <p:spPr>
          <a:xfrm>
            <a:off x="457212" y="274638"/>
            <a:ext cx="8229819"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4"/>
          <p:cNvSpPr txBox="1"/>
          <p:nvPr>
            <p:ph idx="1" type="body"/>
          </p:nvPr>
        </p:nvSpPr>
        <p:spPr>
          <a:xfrm>
            <a:off x="457212" y="1535113"/>
            <a:ext cx="4040296"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4" name="Google Shape;64;p14"/>
          <p:cNvSpPr txBox="1"/>
          <p:nvPr>
            <p:ph idx="2" type="body"/>
          </p:nvPr>
        </p:nvSpPr>
        <p:spPr>
          <a:xfrm>
            <a:off x="457212" y="2174875"/>
            <a:ext cx="4040296"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5" name="Google Shape;65;p14"/>
          <p:cNvSpPr txBox="1"/>
          <p:nvPr>
            <p:ph idx="3" type="body"/>
          </p:nvPr>
        </p:nvSpPr>
        <p:spPr>
          <a:xfrm>
            <a:off x="4645149" y="1535113"/>
            <a:ext cx="4041883"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6" name="Google Shape;66;p14"/>
          <p:cNvSpPr txBox="1"/>
          <p:nvPr>
            <p:ph idx="4" type="body"/>
          </p:nvPr>
        </p:nvSpPr>
        <p:spPr>
          <a:xfrm>
            <a:off x="4645149" y="2174875"/>
            <a:ext cx="4041883"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7" name="Google Shape;67;p14"/>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4"/>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4"/>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5"/>
          <p:cNvSpPr txBox="1"/>
          <p:nvPr>
            <p:ph type="title"/>
          </p:nvPr>
        </p:nvSpPr>
        <p:spPr>
          <a:xfrm>
            <a:off x="457212" y="274638"/>
            <a:ext cx="8229819"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5"/>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5"/>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5"/>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16"/>
          <p:cNvSpPr txBox="1"/>
          <p:nvPr>
            <p:ph type="title"/>
          </p:nvPr>
        </p:nvSpPr>
        <p:spPr>
          <a:xfrm>
            <a:off x="457212" y="273050"/>
            <a:ext cx="300839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6"/>
          <p:cNvSpPr txBox="1"/>
          <p:nvPr>
            <p:ph idx="1" type="body"/>
          </p:nvPr>
        </p:nvSpPr>
        <p:spPr>
          <a:xfrm>
            <a:off x="3575145" y="273050"/>
            <a:ext cx="5111886"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78" name="Google Shape;78;p16"/>
          <p:cNvSpPr txBox="1"/>
          <p:nvPr>
            <p:ph idx="2" type="body"/>
          </p:nvPr>
        </p:nvSpPr>
        <p:spPr>
          <a:xfrm>
            <a:off x="457212" y="1435100"/>
            <a:ext cx="300839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9" name="Google Shape;79;p16"/>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6"/>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6"/>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2" name="Shape 82"/>
        <p:cNvGrpSpPr/>
        <p:nvPr/>
      </p:nvGrpSpPr>
      <p:grpSpPr>
        <a:xfrm>
          <a:off x="0" y="0"/>
          <a:ext cx="0" cy="0"/>
          <a:chOff x="0" y="0"/>
          <a:chExt cx="0" cy="0"/>
        </a:xfrm>
      </p:grpSpPr>
      <p:sp>
        <p:nvSpPr>
          <p:cNvPr id="83" name="Google Shape;83;p17"/>
          <p:cNvSpPr txBox="1"/>
          <p:nvPr>
            <p:ph type="title"/>
          </p:nvPr>
        </p:nvSpPr>
        <p:spPr>
          <a:xfrm>
            <a:off x="1792336" y="4800600"/>
            <a:ext cx="5486546"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7"/>
          <p:cNvSpPr/>
          <p:nvPr>
            <p:ph idx="2" type="pic"/>
          </p:nvPr>
        </p:nvSpPr>
        <p:spPr>
          <a:xfrm>
            <a:off x="1792336" y="612775"/>
            <a:ext cx="5486546" cy="4114800"/>
          </a:xfrm>
          <a:prstGeom prst="rect">
            <a:avLst/>
          </a:prstGeom>
          <a:noFill/>
          <a:ln>
            <a:noFill/>
          </a:ln>
        </p:spPr>
      </p:sp>
      <p:sp>
        <p:nvSpPr>
          <p:cNvPr id="85" name="Google Shape;85;p17"/>
          <p:cNvSpPr txBox="1"/>
          <p:nvPr>
            <p:ph idx="1" type="body"/>
          </p:nvPr>
        </p:nvSpPr>
        <p:spPr>
          <a:xfrm>
            <a:off x="1792336" y="5367338"/>
            <a:ext cx="5486546"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6" name="Google Shape;86;p17"/>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7"/>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7"/>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9" name="Shape 89"/>
        <p:cNvGrpSpPr/>
        <p:nvPr/>
      </p:nvGrpSpPr>
      <p:grpSpPr>
        <a:xfrm>
          <a:off x="0" y="0"/>
          <a:ext cx="0" cy="0"/>
          <a:chOff x="0" y="0"/>
          <a:chExt cx="0" cy="0"/>
        </a:xfrm>
      </p:grpSpPr>
      <p:sp>
        <p:nvSpPr>
          <p:cNvPr id="90" name="Google Shape;90;p18"/>
          <p:cNvSpPr txBox="1"/>
          <p:nvPr>
            <p:ph type="title"/>
          </p:nvPr>
        </p:nvSpPr>
        <p:spPr>
          <a:xfrm>
            <a:off x="457212" y="274638"/>
            <a:ext cx="8229819"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8"/>
          <p:cNvSpPr txBox="1"/>
          <p:nvPr>
            <p:ph idx="1" type="body"/>
          </p:nvPr>
        </p:nvSpPr>
        <p:spPr>
          <a:xfrm rot="5400000">
            <a:off x="2309140" y="-251728"/>
            <a:ext cx="4525963" cy="8229819"/>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2" name="Google Shape;92;p18"/>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8"/>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8"/>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5" name="Shape 95"/>
        <p:cNvGrpSpPr/>
        <p:nvPr/>
      </p:nvGrpSpPr>
      <p:grpSpPr>
        <a:xfrm>
          <a:off x="0" y="0"/>
          <a:ext cx="0" cy="0"/>
          <a:chOff x="0" y="0"/>
          <a:chExt cx="0" cy="0"/>
        </a:xfrm>
      </p:grpSpPr>
      <p:sp>
        <p:nvSpPr>
          <p:cNvPr id="96" name="Google Shape;96;p19"/>
          <p:cNvSpPr txBox="1"/>
          <p:nvPr>
            <p:ph type="title"/>
          </p:nvPr>
        </p:nvSpPr>
        <p:spPr>
          <a:xfrm rot="5400000">
            <a:off x="4732542" y="2171673"/>
            <a:ext cx="5851525" cy="205745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9"/>
          <p:cNvSpPr txBox="1"/>
          <p:nvPr>
            <p:ph idx="1" type="body"/>
          </p:nvPr>
        </p:nvSpPr>
        <p:spPr>
          <a:xfrm rot="5400000">
            <a:off x="541430" y="190420"/>
            <a:ext cx="5851525" cy="601996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8" name="Google Shape;98;p19"/>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9"/>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9"/>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7" name="Shape 107"/>
        <p:cNvGrpSpPr/>
        <p:nvPr/>
      </p:nvGrpSpPr>
      <p:grpSpPr>
        <a:xfrm>
          <a:off x="0" y="0"/>
          <a:ext cx="0" cy="0"/>
          <a:chOff x="0" y="0"/>
          <a:chExt cx="0" cy="0"/>
        </a:xfrm>
      </p:grpSpPr>
      <p:sp>
        <p:nvSpPr>
          <p:cNvPr id="108" name="Google Shape;108;p21"/>
          <p:cNvSpPr txBox="1"/>
          <p:nvPr>
            <p:ph idx="10" type="dt"/>
          </p:nvPr>
        </p:nvSpPr>
        <p:spPr>
          <a:xfrm>
            <a:off x="420414" y="5900079"/>
            <a:ext cx="1961931" cy="338916"/>
          </a:xfrm>
          <a:prstGeom prst="rect">
            <a:avLst/>
          </a:prstGeom>
          <a:noFill/>
          <a:ln>
            <a:noFill/>
          </a:ln>
        </p:spPr>
        <p:txBody>
          <a:bodyPr anchorCtr="0" anchor="ctr" bIns="42150" lIns="84325" spcFirstLastPara="1" rIns="84325" wrap="square" tIns="4215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09" name="Google Shape;109;p21"/>
          <p:cNvSpPr txBox="1"/>
          <p:nvPr>
            <p:ph idx="11" type="ftr"/>
          </p:nvPr>
        </p:nvSpPr>
        <p:spPr>
          <a:xfrm>
            <a:off x="2872828" y="5900079"/>
            <a:ext cx="2662621" cy="338916"/>
          </a:xfrm>
          <a:prstGeom prst="rect">
            <a:avLst/>
          </a:prstGeom>
          <a:noFill/>
          <a:ln>
            <a:noFill/>
          </a:ln>
        </p:spPr>
        <p:txBody>
          <a:bodyPr anchorCtr="0" anchor="ctr" bIns="42150" lIns="84325" spcFirstLastPara="1" rIns="84325" wrap="square" tIns="4215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10" name="Google Shape;110;p21"/>
          <p:cNvSpPr txBox="1"/>
          <p:nvPr>
            <p:ph idx="12" type="sldNum"/>
          </p:nvPr>
        </p:nvSpPr>
        <p:spPr>
          <a:xfrm>
            <a:off x="6025931" y="5900079"/>
            <a:ext cx="1961931" cy="338916"/>
          </a:xfrm>
          <a:prstGeom prst="rect">
            <a:avLst/>
          </a:prstGeom>
          <a:noFill/>
          <a:ln>
            <a:noFill/>
          </a:ln>
        </p:spPr>
        <p:txBody>
          <a:bodyPr anchorCtr="0" anchor="ctr" bIns="42150" lIns="84325" spcFirstLastPara="1" rIns="84325" wrap="square" tIns="42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1" name="Shape 111"/>
        <p:cNvGrpSpPr/>
        <p:nvPr/>
      </p:nvGrpSpPr>
      <p:grpSpPr>
        <a:xfrm>
          <a:off x="0" y="0"/>
          <a:ext cx="0" cy="0"/>
          <a:chOff x="0" y="0"/>
          <a:chExt cx="0" cy="0"/>
        </a:xfrm>
      </p:grpSpPr>
      <p:sp>
        <p:nvSpPr>
          <p:cNvPr id="112" name="Google Shape;112;p22"/>
          <p:cNvSpPr txBox="1"/>
          <p:nvPr>
            <p:ph type="ctrTitle"/>
          </p:nvPr>
        </p:nvSpPr>
        <p:spPr>
          <a:xfrm>
            <a:off x="630621" y="1977499"/>
            <a:ext cx="7147034" cy="1364504"/>
          </a:xfrm>
          <a:prstGeom prst="rect">
            <a:avLst/>
          </a:prstGeom>
          <a:noFill/>
          <a:ln>
            <a:noFill/>
          </a:ln>
        </p:spPr>
        <p:txBody>
          <a:bodyPr anchorCtr="0" anchor="ctr" bIns="42150" lIns="84325" spcFirstLastPara="1" rIns="84325" wrap="square" tIns="42150">
            <a:normAutofit/>
          </a:bodyPr>
          <a:lstStyle>
            <a:lvl1pPr lvl="0" algn="ctr">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13" name="Google Shape;113;p22"/>
          <p:cNvSpPr txBox="1"/>
          <p:nvPr>
            <p:ph idx="1" type="subTitle"/>
          </p:nvPr>
        </p:nvSpPr>
        <p:spPr>
          <a:xfrm>
            <a:off x="1261241" y="3607241"/>
            <a:ext cx="5885793" cy="1626795"/>
          </a:xfrm>
          <a:prstGeom prst="rect">
            <a:avLst/>
          </a:prstGeom>
          <a:noFill/>
          <a:ln>
            <a:noFill/>
          </a:ln>
        </p:spPr>
        <p:txBody>
          <a:bodyPr anchorCtr="0" anchor="t" bIns="42150" lIns="84325" spcFirstLastPara="1" rIns="84325" wrap="square" tIns="42150">
            <a:normAutofit/>
          </a:bodyPr>
          <a:lstStyle>
            <a:lvl1pPr lvl="0" algn="ctr">
              <a:spcBef>
                <a:spcPts val="600"/>
              </a:spcBef>
              <a:spcAft>
                <a:spcPts val="0"/>
              </a:spcAft>
              <a:buClr>
                <a:srgbClr val="888888"/>
              </a:buClr>
              <a:buSzPts val="3000"/>
              <a:buNone/>
              <a:defRPr>
                <a:solidFill>
                  <a:srgbClr val="888888"/>
                </a:solidFill>
              </a:defRPr>
            </a:lvl1pPr>
            <a:lvl2pPr lvl="1" algn="ctr">
              <a:spcBef>
                <a:spcPts val="500"/>
              </a:spcBef>
              <a:spcAft>
                <a:spcPts val="0"/>
              </a:spcAft>
              <a:buClr>
                <a:srgbClr val="888888"/>
              </a:buClr>
              <a:buSzPts val="2600"/>
              <a:buNone/>
              <a:defRPr>
                <a:solidFill>
                  <a:srgbClr val="888888"/>
                </a:solidFill>
              </a:defRPr>
            </a:lvl2pPr>
            <a:lvl3pPr lvl="2" algn="ctr">
              <a:spcBef>
                <a:spcPts val="400"/>
              </a:spcBef>
              <a:spcAft>
                <a:spcPts val="0"/>
              </a:spcAft>
              <a:buClr>
                <a:srgbClr val="888888"/>
              </a:buClr>
              <a:buSzPts val="2200"/>
              <a:buNone/>
              <a:defRPr>
                <a:solidFill>
                  <a:srgbClr val="888888"/>
                </a:solidFill>
              </a:defRPr>
            </a:lvl3pPr>
            <a:lvl4pPr lvl="3" algn="ctr">
              <a:spcBef>
                <a:spcPts val="400"/>
              </a:spcBef>
              <a:spcAft>
                <a:spcPts val="0"/>
              </a:spcAft>
              <a:buClr>
                <a:srgbClr val="888888"/>
              </a:buClr>
              <a:buSzPts val="1800"/>
              <a:buNone/>
              <a:defRPr>
                <a:solidFill>
                  <a:srgbClr val="888888"/>
                </a:solidFill>
              </a:defRPr>
            </a:lvl4pPr>
            <a:lvl5pPr lvl="4" algn="ctr">
              <a:spcBef>
                <a:spcPts val="400"/>
              </a:spcBef>
              <a:spcAft>
                <a:spcPts val="0"/>
              </a:spcAft>
              <a:buClr>
                <a:srgbClr val="888888"/>
              </a:buClr>
              <a:buSzPts val="1800"/>
              <a:buNone/>
              <a:defRPr>
                <a:solidFill>
                  <a:srgbClr val="888888"/>
                </a:solidFill>
              </a:defRPr>
            </a:lvl5pPr>
            <a:lvl6pPr lvl="5" algn="ctr">
              <a:spcBef>
                <a:spcPts val="400"/>
              </a:spcBef>
              <a:spcAft>
                <a:spcPts val="0"/>
              </a:spcAft>
              <a:buClr>
                <a:srgbClr val="888888"/>
              </a:buClr>
              <a:buSzPts val="1800"/>
              <a:buNone/>
              <a:defRPr>
                <a:solidFill>
                  <a:srgbClr val="888888"/>
                </a:solidFill>
              </a:defRPr>
            </a:lvl6pPr>
            <a:lvl7pPr lvl="6" algn="ctr">
              <a:spcBef>
                <a:spcPts val="400"/>
              </a:spcBef>
              <a:spcAft>
                <a:spcPts val="0"/>
              </a:spcAft>
              <a:buClr>
                <a:srgbClr val="888888"/>
              </a:buClr>
              <a:buSzPts val="1800"/>
              <a:buNone/>
              <a:defRPr>
                <a:solidFill>
                  <a:srgbClr val="888888"/>
                </a:solidFill>
              </a:defRPr>
            </a:lvl7pPr>
            <a:lvl8pPr lvl="7" algn="ctr">
              <a:spcBef>
                <a:spcPts val="400"/>
              </a:spcBef>
              <a:spcAft>
                <a:spcPts val="0"/>
              </a:spcAft>
              <a:buClr>
                <a:srgbClr val="888888"/>
              </a:buClr>
              <a:buSzPts val="1800"/>
              <a:buNone/>
              <a:defRPr>
                <a:solidFill>
                  <a:srgbClr val="888888"/>
                </a:solidFill>
              </a:defRPr>
            </a:lvl8pPr>
            <a:lvl9pPr lvl="8" algn="ctr">
              <a:spcBef>
                <a:spcPts val="400"/>
              </a:spcBef>
              <a:spcAft>
                <a:spcPts val="0"/>
              </a:spcAft>
              <a:buClr>
                <a:srgbClr val="888888"/>
              </a:buClr>
              <a:buSzPts val="1800"/>
              <a:buNone/>
              <a:defRPr>
                <a:solidFill>
                  <a:srgbClr val="888888"/>
                </a:solidFill>
              </a:defRPr>
            </a:lvl9pPr>
          </a:lstStyle>
          <a:p/>
        </p:txBody>
      </p:sp>
      <p:sp>
        <p:nvSpPr>
          <p:cNvPr id="114" name="Google Shape;114;p22"/>
          <p:cNvSpPr txBox="1"/>
          <p:nvPr>
            <p:ph idx="10" type="dt"/>
          </p:nvPr>
        </p:nvSpPr>
        <p:spPr>
          <a:xfrm>
            <a:off x="420414" y="5900079"/>
            <a:ext cx="1961931" cy="338916"/>
          </a:xfrm>
          <a:prstGeom prst="rect">
            <a:avLst/>
          </a:prstGeom>
          <a:noFill/>
          <a:ln>
            <a:noFill/>
          </a:ln>
        </p:spPr>
        <p:txBody>
          <a:bodyPr anchorCtr="0" anchor="ctr" bIns="42150" lIns="84325" spcFirstLastPara="1" rIns="84325" wrap="square" tIns="4215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15" name="Google Shape;115;p22"/>
          <p:cNvSpPr txBox="1"/>
          <p:nvPr>
            <p:ph idx="11" type="ftr"/>
          </p:nvPr>
        </p:nvSpPr>
        <p:spPr>
          <a:xfrm>
            <a:off x="2872828" y="5900079"/>
            <a:ext cx="2662621" cy="338916"/>
          </a:xfrm>
          <a:prstGeom prst="rect">
            <a:avLst/>
          </a:prstGeom>
          <a:noFill/>
          <a:ln>
            <a:noFill/>
          </a:ln>
        </p:spPr>
        <p:txBody>
          <a:bodyPr anchorCtr="0" anchor="ctr" bIns="42150" lIns="84325" spcFirstLastPara="1" rIns="84325" wrap="square" tIns="4215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16" name="Google Shape;116;p22"/>
          <p:cNvSpPr txBox="1"/>
          <p:nvPr>
            <p:ph idx="12" type="sldNum"/>
          </p:nvPr>
        </p:nvSpPr>
        <p:spPr>
          <a:xfrm>
            <a:off x="6025931" y="5900079"/>
            <a:ext cx="1961931" cy="338916"/>
          </a:xfrm>
          <a:prstGeom prst="rect">
            <a:avLst/>
          </a:prstGeom>
          <a:noFill/>
          <a:ln>
            <a:noFill/>
          </a:ln>
        </p:spPr>
        <p:txBody>
          <a:bodyPr anchorCtr="0" anchor="ctr" bIns="42150" lIns="84325" spcFirstLastPara="1" rIns="84325" wrap="square" tIns="42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7" name="Shape 117"/>
        <p:cNvGrpSpPr/>
        <p:nvPr/>
      </p:nvGrpSpPr>
      <p:grpSpPr>
        <a:xfrm>
          <a:off x="0" y="0"/>
          <a:ext cx="0" cy="0"/>
          <a:chOff x="0" y="0"/>
          <a:chExt cx="0" cy="0"/>
        </a:xfrm>
      </p:grpSpPr>
      <p:sp>
        <p:nvSpPr>
          <p:cNvPr id="118" name="Google Shape;118;p23"/>
          <p:cNvSpPr txBox="1"/>
          <p:nvPr>
            <p:ph type="title"/>
          </p:nvPr>
        </p:nvSpPr>
        <p:spPr>
          <a:xfrm>
            <a:off x="420414" y="254924"/>
            <a:ext cx="7567448" cy="1060953"/>
          </a:xfrm>
          <a:prstGeom prst="rect">
            <a:avLst/>
          </a:prstGeom>
          <a:noFill/>
          <a:ln>
            <a:noFill/>
          </a:ln>
        </p:spPr>
        <p:txBody>
          <a:bodyPr anchorCtr="0" anchor="ctr" bIns="42150" lIns="84325" spcFirstLastPara="1" rIns="84325" wrap="square" tIns="42150">
            <a:normAutofit/>
          </a:bodyPr>
          <a:lstStyle>
            <a:lvl1pPr lvl="0" algn="ctr">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19" name="Google Shape;119;p23"/>
          <p:cNvSpPr txBox="1"/>
          <p:nvPr>
            <p:ph idx="1" type="body"/>
          </p:nvPr>
        </p:nvSpPr>
        <p:spPr>
          <a:xfrm>
            <a:off x="420414" y="1485335"/>
            <a:ext cx="7567448" cy="4201081"/>
          </a:xfrm>
          <a:prstGeom prst="rect">
            <a:avLst/>
          </a:prstGeom>
          <a:noFill/>
          <a:ln>
            <a:noFill/>
          </a:ln>
        </p:spPr>
        <p:txBody>
          <a:bodyPr anchorCtr="0" anchor="t" bIns="42150" lIns="84325" spcFirstLastPara="1" rIns="84325" wrap="square" tIns="42150">
            <a:normAutofit/>
          </a:bodyPr>
          <a:lstStyle>
            <a:lvl1pPr indent="-336550" lvl="0" marL="457200" algn="l">
              <a:spcBef>
                <a:spcPts val="300"/>
              </a:spcBef>
              <a:spcAft>
                <a:spcPts val="0"/>
              </a:spcAft>
              <a:buClr>
                <a:schemeClr val="dk1"/>
              </a:buClr>
              <a:buSzPts val="1700"/>
              <a:buChar char="•"/>
              <a:defRPr/>
            </a:lvl1pPr>
            <a:lvl2pPr indent="-336550" lvl="1" marL="914400" algn="l">
              <a:spcBef>
                <a:spcPts val="300"/>
              </a:spcBef>
              <a:spcAft>
                <a:spcPts val="0"/>
              </a:spcAft>
              <a:buClr>
                <a:schemeClr val="dk1"/>
              </a:buClr>
              <a:buSzPts val="1700"/>
              <a:buChar char="–"/>
              <a:defRPr/>
            </a:lvl2pPr>
            <a:lvl3pPr indent="-336550" lvl="2" marL="1371600" algn="l">
              <a:spcBef>
                <a:spcPts val="300"/>
              </a:spcBef>
              <a:spcAft>
                <a:spcPts val="0"/>
              </a:spcAft>
              <a:buClr>
                <a:schemeClr val="dk1"/>
              </a:buClr>
              <a:buSzPts val="1700"/>
              <a:buChar char="•"/>
              <a:defRPr/>
            </a:lvl3pPr>
            <a:lvl4pPr indent="-336550" lvl="3" marL="1828800" algn="l">
              <a:spcBef>
                <a:spcPts val="300"/>
              </a:spcBef>
              <a:spcAft>
                <a:spcPts val="0"/>
              </a:spcAft>
              <a:buClr>
                <a:schemeClr val="dk1"/>
              </a:buClr>
              <a:buSzPts val="1700"/>
              <a:buChar char="–"/>
              <a:defRPr/>
            </a:lvl4pPr>
            <a:lvl5pPr indent="-336550" lvl="4" marL="2286000" algn="l">
              <a:spcBef>
                <a:spcPts val="300"/>
              </a:spcBef>
              <a:spcAft>
                <a:spcPts val="0"/>
              </a:spcAft>
              <a:buClr>
                <a:schemeClr val="dk1"/>
              </a:buClr>
              <a:buSzPts val="1700"/>
              <a:buChar char="»"/>
              <a:defRPr/>
            </a:lvl5pPr>
            <a:lvl6pPr indent="-336550" lvl="5" marL="2743200" algn="l">
              <a:spcBef>
                <a:spcPts val="300"/>
              </a:spcBef>
              <a:spcAft>
                <a:spcPts val="0"/>
              </a:spcAft>
              <a:buClr>
                <a:schemeClr val="dk1"/>
              </a:buClr>
              <a:buSzPts val="1700"/>
              <a:buChar char="•"/>
              <a:defRPr/>
            </a:lvl6pPr>
            <a:lvl7pPr indent="-336550" lvl="6" marL="3200400" algn="l">
              <a:spcBef>
                <a:spcPts val="300"/>
              </a:spcBef>
              <a:spcAft>
                <a:spcPts val="0"/>
              </a:spcAft>
              <a:buClr>
                <a:schemeClr val="dk1"/>
              </a:buClr>
              <a:buSzPts val="1700"/>
              <a:buChar char="•"/>
              <a:defRPr/>
            </a:lvl7pPr>
            <a:lvl8pPr indent="-336550" lvl="7" marL="3657600" algn="l">
              <a:spcBef>
                <a:spcPts val="300"/>
              </a:spcBef>
              <a:spcAft>
                <a:spcPts val="0"/>
              </a:spcAft>
              <a:buClr>
                <a:schemeClr val="dk1"/>
              </a:buClr>
              <a:buSzPts val="1700"/>
              <a:buChar char="•"/>
              <a:defRPr/>
            </a:lvl8pPr>
            <a:lvl9pPr indent="-336550" lvl="8" marL="4114800" algn="l">
              <a:spcBef>
                <a:spcPts val="300"/>
              </a:spcBef>
              <a:spcAft>
                <a:spcPts val="0"/>
              </a:spcAft>
              <a:buClr>
                <a:schemeClr val="dk1"/>
              </a:buClr>
              <a:buSzPts val="1700"/>
              <a:buChar char="•"/>
              <a:defRPr/>
            </a:lvl9pPr>
          </a:lstStyle>
          <a:p/>
        </p:txBody>
      </p:sp>
      <p:sp>
        <p:nvSpPr>
          <p:cNvPr id="120" name="Google Shape;120;p23"/>
          <p:cNvSpPr txBox="1"/>
          <p:nvPr>
            <p:ph idx="10" type="dt"/>
          </p:nvPr>
        </p:nvSpPr>
        <p:spPr>
          <a:xfrm>
            <a:off x="420414" y="5900079"/>
            <a:ext cx="1961931" cy="338916"/>
          </a:xfrm>
          <a:prstGeom prst="rect">
            <a:avLst/>
          </a:prstGeom>
          <a:noFill/>
          <a:ln>
            <a:noFill/>
          </a:ln>
        </p:spPr>
        <p:txBody>
          <a:bodyPr anchorCtr="0" anchor="ctr" bIns="42150" lIns="84325" spcFirstLastPara="1" rIns="84325" wrap="square" tIns="4215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21" name="Google Shape;121;p23"/>
          <p:cNvSpPr txBox="1"/>
          <p:nvPr>
            <p:ph idx="11" type="ftr"/>
          </p:nvPr>
        </p:nvSpPr>
        <p:spPr>
          <a:xfrm>
            <a:off x="2872828" y="5900079"/>
            <a:ext cx="2662621" cy="338916"/>
          </a:xfrm>
          <a:prstGeom prst="rect">
            <a:avLst/>
          </a:prstGeom>
          <a:noFill/>
          <a:ln>
            <a:noFill/>
          </a:ln>
        </p:spPr>
        <p:txBody>
          <a:bodyPr anchorCtr="0" anchor="ctr" bIns="42150" lIns="84325" spcFirstLastPara="1" rIns="84325" wrap="square" tIns="4215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22" name="Google Shape;122;p23"/>
          <p:cNvSpPr txBox="1"/>
          <p:nvPr>
            <p:ph idx="12" type="sldNum"/>
          </p:nvPr>
        </p:nvSpPr>
        <p:spPr>
          <a:xfrm>
            <a:off x="6025931" y="5900079"/>
            <a:ext cx="1961931" cy="338916"/>
          </a:xfrm>
          <a:prstGeom prst="rect">
            <a:avLst/>
          </a:prstGeom>
          <a:noFill/>
          <a:ln>
            <a:noFill/>
          </a:ln>
        </p:spPr>
        <p:txBody>
          <a:bodyPr anchorCtr="0" anchor="ctr" bIns="42150" lIns="84325" spcFirstLastPara="1" rIns="84325" wrap="square" tIns="42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3" name="Shape 123"/>
        <p:cNvGrpSpPr/>
        <p:nvPr/>
      </p:nvGrpSpPr>
      <p:grpSpPr>
        <a:xfrm>
          <a:off x="0" y="0"/>
          <a:ext cx="0" cy="0"/>
          <a:chOff x="0" y="0"/>
          <a:chExt cx="0" cy="0"/>
        </a:xfrm>
      </p:grpSpPr>
      <p:sp>
        <p:nvSpPr>
          <p:cNvPr id="124" name="Google Shape;124;p24"/>
          <p:cNvSpPr txBox="1"/>
          <p:nvPr>
            <p:ph type="title"/>
          </p:nvPr>
        </p:nvSpPr>
        <p:spPr>
          <a:xfrm>
            <a:off x="664196" y="4090564"/>
            <a:ext cx="7147034" cy="1264303"/>
          </a:xfrm>
          <a:prstGeom prst="rect">
            <a:avLst/>
          </a:prstGeom>
          <a:noFill/>
          <a:ln>
            <a:noFill/>
          </a:ln>
        </p:spPr>
        <p:txBody>
          <a:bodyPr anchorCtr="0" anchor="t" bIns="42150" lIns="84325" spcFirstLastPara="1" rIns="84325" wrap="square" tIns="42150">
            <a:normAutofit/>
          </a:bodyPr>
          <a:lstStyle>
            <a:lvl1pPr lvl="0" algn="l">
              <a:spcBef>
                <a:spcPts val="0"/>
              </a:spcBef>
              <a:spcAft>
                <a:spcPts val="0"/>
              </a:spcAft>
              <a:buClr>
                <a:schemeClr val="dk1"/>
              </a:buClr>
              <a:buSzPts val="3700"/>
              <a:buFont typeface="Calibri"/>
              <a:buNone/>
              <a:defRPr b="1" sz="3700" cap="none"/>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25" name="Google Shape;125;p24"/>
          <p:cNvSpPr txBox="1"/>
          <p:nvPr>
            <p:ph idx="1" type="body"/>
          </p:nvPr>
        </p:nvSpPr>
        <p:spPr>
          <a:xfrm>
            <a:off x="664196" y="2698064"/>
            <a:ext cx="7147034" cy="1392501"/>
          </a:xfrm>
          <a:prstGeom prst="rect">
            <a:avLst/>
          </a:prstGeom>
          <a:noFill/>
          <a:ln>
            <a:noFill/>
          </a:ln>
        </p:spPr>
        <p:txBody>
          <a:bodyPr anchorCtr="0" anchor="b" bIns="42150" lIns="84325" spcFirstLastPara="1" rIns="84325" wrap="square" tIns="42150">
            <a:normAutofit/>
          </a:bodyPr>
          <a:lstStyle>
            <a:lvl1pPr indent="-228600" lvl="0" marL="457200" algn="l">
              <a:spcBef>
                <a:spcPts val="400"/>
              </a:spcBef>
              <a:spcAft>
                <a:spcPts val="0"/>
              </a:spcAft>
              <a:buClr>
                <a:srgbClr val="888888"/>
              </a:buClr>
              <a:buSzPts val="1800"/>
              <a:buNone/>
              <a:defRPr sz="1800">
                <a:solidFill>
                  <a:srgbClr val="888888"/>
                </a:solidFill>
              </a:defRPr>
            </a:lvl1pPr>
            <a:lvl2pPr indent="-228600" lvl="1" marL="914400" algn="l">
              <a:spcBef>
                <a:spcPts val="300"/>
              </a:spcBef>
              <a:spcAft>
                <a:spcPts val="0"/>
              </a:spcAft>
              <a:buClr>
                <a:srgbClr val="888888"/>
              </a:buClr>
              <a:buSzPts val="1700"/>
              <a:buNone/>
              <a:defRPr sz="1700">
                <a:solidFill>
                  <a:srgbClr val="888888"/>
                </a:solidFill>
              </a:defRPr>
            </a:lvl2pPr>
            <a:lvl3pPr indent="-228600" lvl="2" marL="1371600" algn="l">
              <a:spcBef>
                <a:spcPts val="300"/>
              </a:spcBef>
              <a:spcAft>
                <a:spcPts val="0"/>
              </a:spcAft>
              <a:buClr>
                <a:srgbClr val="888888"/>
              </a:buClr>
              <a:buSzPts val="1500"/>
              <a:buNone/>
              <a:defRPr sz="1500">
                <a:solidFill>
                  <a:srgbClr val="888888"/>
                </a:solidFill>
              </a:defRPr>
            </a:lvl3pPr>
            <a:lvl4pPr indent="-228600" lvl="3" marL="1828800" algn="l">
              <a:spcBef>
                <a:spcPts val="300"/>
              </a:spcBef>
              <a:spcAft>
                <a:spcPts val="0"/>
              </a:spcAft>
              <a:buClr>
                <a:srgbClr val="888888"/>
              </a:buClr>
              <a:buSzPts val="1300"/>
              <a:buNone/>
              <a:defRPr sz="1300">
                <a:solidFill>
                  <a:srgbClr val="888888"/>
                </a:solidFill>
              </a:defRPr>
            </a:lvl4pPr>
            <a:lvl5pPr indent="-228600" lvl="4" marL="2286000" algn="l">
              <a:spcBef>
                <a:spcPts val="300"/>
              </a:spcBef>
              <a:spcAft>
                <a:spcPts val="0"/>
              </a:spcAft>
              <a:buClr>
                <a:srgbClr val="888888"/>
              </a:buClr>
              <a:buSzPts val="1300"/>
              <a:buNone/>
              <a:defRPr sz="1300">
                <a:solidFill>
                  <a:srgbClr val="888888"/>
                </a:solidFill>
              </a:defRPr>
            </a:lvl5pPr>
            <a:lvl6pPr indent="-228600" lvl="5" marL="2743200" algn="l">
              <a:spcBef>
                <a:spcPts val="300"/>
              </a:spcBef>
              <a:spcAft>
                <a:spcPts val="0"/>
              </a:spcAft>
              <a:buClr>
                <a:srgbClr val="888888"/>
              </a:buClr>
              <a:buSzPts val="1300"/>
              <a:buNone/>
              <a:defRPr sz="1300">
                <a:solidFill>
                  <a:srgbClr val="888888"/>
                </a:solidFill>
              </a:defRPr>
            </a:lvl6pPr>
            <a:lvl7pPr indent="-228600" lvl="6" marL="3200400" algn="l">
              <a:spcBef>
                <a:spcPts val="300"/>
              </a:spcBef>
              <a:spcAft>
                <a:spcPts val="0"/>
              </a:spcAft>
              <a:buClr>
                <a:srgbClr val="888888"/>
              </a:buClr>
              <a:buSzPts val="1300"/>
              <a:buNone/>
              <a:defRPr sz="1300">
                <a:solidFill>
                  <a:srgbClr val="888888"/>
                </a:solidFill>
              </a:defRPr>
            </a:lvl7pPr>
            <a:lvl8pPr indent="-228600" lvl="7" marL="3657600" algn="l">
              <a:spcBef>
                <a:spcPts val="300"/>
              </a:spcBef>
              <a:spcAft>
                <a:spcPts val="0"/>
              </a:spcAft>
              <a:buClr>
                <a:srgbClr val="888888"/>
              </a:buClr>
              <a:buSzPts val="1300"/>
              <a:buNone/>
              <a:defRPr sz="1300">
                <a:solidFill>
                  <a:srgbClr val="888888"/>
                </a:solidFill>
              </a:defRPr>
            </a:lvl8pPr>
            <a:lvl9pPr indent="-228600" lvl="8" marL="4114800" algn="l">
              <a:spcBef>
                <a:spcPts val="300"/>
              </a:spcBef>
              <a:spcAft>
                <a:spcPts val="0"/>
              </a:spcAft>
              <a:buClr>
                <a:srgbClr val="888888"/>
              </a:buClr>
              <a:buSzPts val="1300"/>
              <a:buNone/>
              <a:defRPr sz="1300">
                <a:solidFill>
                  <a:srgbClr val="888888"/>
                </a:solidFill>
              </a:defRPr>
            </a:lvl9pPr>
          </a:lstStyle>
          <a:p/>
        </p:txBody>
      </p:sp>
      <p:sp>
        <p:nvSpPr>
          <p:cNvPr id="126" name="Google Shape;126;p24"/>
          <p:cNvSpPr txBox="1"/>
          <p:nvPr>
            <p:ph idx="10" type="dt"/>
          </p:nvPr>
        </p:nvSpPr>
        <p:spPr>
          <a:xfrm>
            <a:off x="420414" y="5900079"/>
            <a:ext cx="1961931" cy="338916"/>
          </a:xfrm>
          <a:prstGeom prst="rect">
            <a:avLst/>
          </a:prstGeom>
          <a:noFill/>
          <a:ln>
            <a:noFill/>
          </a:ln>
        </p:spPr>
        <p:txBody>
          <a:bodyPr anchorCtr="0" anchor="ctr" bIns="42150" lIns="84325" spcFirstLastPara="1" rIns="84325" wrap="square" tIns="4215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27" name="Google Shape;127;p24"/>
          <p:cNvSpPr txBox="1"/>
          <p:nvPr>
            <p:ph idx="11" type="ftr"/>
          </p:nvPr>
        </p:nvSpPr>
        <p:spPr>
          <a:xfrm>
            <a:off x="2872828" y="5900079"/>
            <a:ext cx="2662621" cy="338916"/>
          </a:xfrm>
          <a:prstGeom prst="rect">
            <a:avLst/>
          </a:prstGeom>
          <a:noFill/>
          <a:ln>
            <a:noFill/>
          </a:ln>
        </p:spPr>
        <p:txBody>
          <a:bodyPr anchorCtr="0" anchor="ctr" bIns="42150" lIns="84325" spcFirstLastPara="1" rIns="84325" wrap="square" tIns="4215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28" name="Google Shape;128;p24"/>
          <p:cNvSpPr txBox="1"/>
          <p:nvPr>
            <p:ph idx="12" type="sldNum"/>
          </p:nvPr>
        </p:nvSpPr>
        <p:spPr>
          <a:xfrm>
            <a:off x="6025931" y="5900079"/>
            <a:ext cx="1961931" cy="338916"/>
          </a:xfrm>
          <a:prstGeom prst="rect">
            <a:avLst/>
          </a:prstGeom>
          <a:noFill/>
          <a:ln>
            <a:noFill/>
          </a:ln>
        </p:spPr>
        <p:txBody>
          <a:bodyPr anchorCtr="0" anchor="ctr" bIns="42150" lIns="84325" spcFirstLastPara="1" rIns="84325" wrap="square" tIns="42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9" name="Shape 129"/>
        <p:cNvGrpSpPr/>
        <p:nvPr/>
      </p:nvGrpSpPr>
      <p:grpSpPr>
        <a:xfrm>
          <a:off x="0" y="0"/>
          <a:ext cx="0" cy="0"/>
          <a:chOff x="0" y="0"/>
          <a:chExt cx="0" cy="0"/>
        </a:xfrm>
      </p:grpSpPr>
      <p:sp>
        <p:nvSpPr>
          <p:cNvPr id="130" name="Google Shape;130;p25"/>
          <p:cNvSpPr txBox="1"/>
          <p:nvPr>
            <p:ph type="title"/>
          </p:nvPr>
        </p:nvSpPr>
        <p:spPr>
          <a:xfrm>
            <a:off x="420414" y="254924"/>
            <a:ext cx="7567448" cy="1060953"/>
          </a:xfrm>
          <a:prstGeom prst="rect">
            <a:avLst/>
          </a:prstGeom>
          <a:noFill/>
          <a:ln>
            <a:noFill/>
          </a:ln>
        </p:spPr>
        <p:txBody>
          <a:bodyPr anchorCtr="0" anchor="ctr" bIns="42150" lIns="84325" spcFirstLastPara="1" rIns="84325" wrap="square" tIns="42150">
            <a:normAutofit/>
          </a:bodyPr>
          <a:lstStyle>
            <a:lvl1pPr lvl="0" algn="ctr">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31" name="Google Shape;131;p25"/>
          <p:cNvSpPr txBox="1"/>
          <p:nvPr>
            <p:ph idx="1" type="body"/>
          </p:nvPr>
        </p:nvSpPr>
        <p:spPr>
          <a:xfrm>
            <a:off x="420414" y="1485335"/>
            <a:ext cx="3713655" cy="4201081"/>
          </a:xfrm>
          <a:prstGeom prst="rect">
            <a:avLst/>
          </a:prstGeom>
          <a:noFill/>
          <a:ln>
            <a:noFill/>
          </a:ln>
        </p:spPr>
        <p:txBody>
          <a:bodyPr anchorCtr="0" anchor="t" bIns="42150" lIns="84325" spcFirstLastPara="1" rIns="84325" wrap="square" tIns="42150">
            <a:normAutofit/>
          </a:bodyPr>
          <a:lstStyle>
            <a:lvl1pPr indent="-393700" lvl="0" marL="457200" algn="l">
              <a:spcBef>
                <a:spcPts val="500"/>
              </a:spcBef>
              <a:spcAft>
                <a:spcPts val="0"/>
              </a:spcAft>
              <a:buClr>
                <a:schemeClr val="dk1"/>
              </a:buClr>
              <a:buSzPts val="2600"/>
              <a:buChar char="•"/>
              <a:defRPr sz="2600"/>
            </a:lvl1pPr>
            <a:lvl2pPr indent="-368300" lvl="1" marL="914400" algn="l">
              <a:spcBef>
                <a:spcPts val="400"/>
              </a:spcBef>
              <a:spcAft>
                <a:spcPts val="0"/>
              </a:spcAft>
              <a:buClr>
                <a:schemeClr val="dk1"/>
              </a:buClr>
              <a:buSzPts val="2200"/>
              <a:buChar char="–"/>
              <a:defRPr sz="2200"/>
            </a:lvl2pPr>
            <a:lvl3pPr indent="-342900" lvl="2" marL="1371600" algn="l">
              <a:spcBef>
                <a:spcPts val="400"/>
              </a:spcBef>
              <a:spcAft>
                <a:spcPts val="0"/>
              </a:spcAft>
              <a:buClr>
                <a:schemeClr val="dk1"/>
              </a:buClr>
              <a:buSzPts val="1800"/>
              <a:buChar char="•"/>
              <a:defRPr sz="1800"/>
            </a:lvl3pPr>
            <a:lvl4pPr indent="-336550" lvl="3" marL="1828800" algn="l">
              <a:spcBef>
                <a:spcPts val="300"/>
              </a:spcBef>
              <a:spcAft>
                <a:spcPts val="0"/>
              </a:spcAft>
              <a:buClr>
                <a:schemeClr val="dk1"/>
              </a:buClr>
              <a:buSzPts val="1700"/>
              <a:buChar char="–"/>
              <a:defRPr sz="1700"/>
            </a:lvl4pPr>
            <a:lvl5pPr indent="-336550" lvl="4" marL="2286000" algn="l">
              <a:spcBef>
                <a:spcPts val="300"/>
              </a:spcBef>
              <a:spcAft>
                <a:spcPts val="0"/>
              </a:spcAft>
              <a:buClr>
                <a:schemeClr val="dk1"/>
              </a:buClr>
              <a:buSzPts val="1700"/>
              <a:buChar char="»"/>
              <a:defRPr sz="1700"/>
            </a:lvl5pPr>
            <a:lvl6pPr indent="-336550" lvl="5" marL="2743200" algn="l">
              <a:spcBef>
                <a:spcPts val="300"/>
              </a:spcBef>
              <a:spcAft>
                <a:spcPts val="0"/>
              </a:spcAft>
              <a:buClr>
                <a:schemeClr val="dk1"/>
              </a:buClr>
              <a:buSzPts val="1700"/>
              <a:buChar char="•"/>
              <a:defRPr sz="1700"/>
            </a:lvl6pPr>
            <a:lvl7pPr indent="-336550" lvl="6" marL="3200400" algn="l">
              <a:spcBef>
                <a:spcPts val="300"/>
              </a:spcBef>
              <a:spcAft>
                <a:spcPts val="0"/>
              </a:spcAft>
              <a:buClr>
                <a:schemeClr val="dk1"/>
              </a:buClr>
              <a:buSzPts val="1700"/>
              <a:buChar char="•"/>
              <a:defRPr sz="1700"/>
            </a:lvl7pPr>
            <a:lvl8pPr indent="-336550" lvl="7" marL="3657600" algn="l">
              <a:spcBef>
                <a:spcPts val="300"/>
              </a:spcBef>
              <a:spcAft>
                <a:spcPts val="0"/>
              </a:spcAft>
              <a:buClr>
                <a:schemeClr val="dk1"/>
              </a:buClr>
              <a:buSzPts val="1700"/>
              <a:buChar char="•"/>
              <a:defRPr sz="1700"/>
            </a:lvl8pPr>
            <a:lvl9pPr indent="-336550" lvl="8" marL="4114800" algn="l">
              <a:spcBef>
                <a:spcPts val="300"/>
              </a:spcBef>
              <a:spcAft>
                <a:spcPts val="0"/>
              </a:spcAft>
              <a:buClr>
                <a:schemeClr val="dk1"/>
              </a:buClr>
              <a:buSzPts val="1700"/>
              <a:buChar char="•"/>
              <a:defRPr sz="1700"/>
            </a:lvl9pPr>
          </a:lstStyle>
          <a:p/>
        </p:txBody>
      </p:sp>
      <p:sp>
        <p:nvSpPr>
          <p:cNvPr id="132" name="Google Shape;132;p25"/>
          <p:cNvSpPr txBox="1"/>
          <p:nvPr>
            <p:ph idx="2" type="body"/>
          </p:nvPr>
        </p:nvSpPr>
        <p:spPr>
          <a:xfrm>
            <a:off x="4274207" y="1485335"/>
            <a:ext cx="3713655" cy="4201081"/>
          </a:xfrm>
          <a:prstGeom prst="rect">
            <a:avLst/>
          </a:prstGeom>
          <a:noFill/>
          <a:ln>
            <a:noFill/>
          </a:ln>
        </p:spPr>
        <p:txBody>
          <a:bodyPr anchorCtr="0" anchor="t" bIns="42150" lIns="84325" spcFirstLastPara="1" rIns="84325" wrap="square" tIns="42150">
            <a:normAutofit/>
          </a:bodyPr>
          <a:lstStyle>
            <a:lvl1pPr indent="-393700" lvl="0" marL="457200" algn="l">
              <a:spcBef>
                <a:spcPts val="500"/>
              </a:spcBef>
              <a:spcAft>
                <a:spcPts val="0"/>
              </a:spcAft>
              <a:buClr>
                <a:schemeClr val="dk1"/>
              </a:buClr>
              <a:buSzPts val="2600"/>
              <a:buChar char="•"/>
              <a:defRPr sz="2600"/>
            </a:lvl1pPr>
            <a:lvl2pPr indent="-368300" lvl="1" marL="914400" algn="l">
              <a:spcBef>
                <a:spcPts val="400"/>
              </a:spcBef>
              <a:spcAft>
                <a:spcPts val="0"/>
              </a:spcAft>
              <a:buClr>
                <a:schemeClr val="dk1"/>
              </a:buClr>
              <a:buSzPts val="2200"/>
              <a:buChar char="–"/>
              <a:defRPr sz="2200"/>
            </a:lvl2pPr>
            <a:lvl3pPr indent="-342900" lvl="2" marL="1371600" algn="l">
              <a:spcBef>
                <a:spcPts val="400"/>
              </a:spcBef>
              <a:spcAft>
                <a:spcPts val="0"/>
              </a:spcAft>
              <a:buClr>
                <a:schemeClr val="dk1"/>
              </a:buClr>
              <a:buSzPts val="1800"/>
              <a:buChar char="•"/>
              <a:defRPr sz="1800"/>
            </a:lvl3pPr>
            <a:lvl4pPr indent="-336550" lvl="3" marL="1828800" algn="l">
              <a:spcBef>
                <a:spcPts val="300"/>
              </a:spcBef>
              <a:spcAft>
                <a:spcPts val="0"/>
              </a:spcAft>
              <a:buClr>
                <a:schemeClr val="dk1"/>
              </a:buClr>
              <a:buSzPts val="1700"/>
              <a:buChar char="–"/>
              <a:defRPr sz="1700"/>
            </a:lvl4pPr>
            <a:lvl5pPr indent="-336550" lvl="4" marL="2286000" algn="l">
              <a:spcBef>
                <a:spcPts val="300"/>
              </a:spcBef>
              <a:spcAft>
                <a:spcPts val="0"/>
              </a:spcAft>
              <a:buClr>
                <a:schemeClr val="dk1"/>
              </a:buClr>
              <a:buSzPts val="1700"/>
              <a:buChar char="»"/>
              <a:defRPr sz="1700"/>
            </a:lvl5pPr>
            <a:lvl6pPr indent="-336550" lvl="5" marL="2743200" algn="l">
              <a:spcBef>
                <a:spcPts val="300"/>
              </a:spcBef>
              <a:spcAft>
                <a:spcPts val="0"/>
              </a:spcAft>
              <a:buClr>
                <a:schemeClr val="dk1"/>
              </a:buClr>
              <a:buSzPts val="1700"/>
              <a:buChar char="•"/>
              <a:defRPr sz="1700"/>
            </a:lvl6pPr>
            <a:lvl7pPr indent="-336550" lvl="6" marL="3200400" algn="l">
              <a:spcBef>
                <a:spcPts val="300"/>
              </a:spcBef>
              <a:spcAft>
                <a:spcPts val="0"/>
              </a:spcAft>
              <a:buClr>
                <a:schemeClr val="dk1"/>
              </a:buClr>
              <a:buSzPts val="1700"/>
              <a:buChar char="•"/>
              <a:defRPr sz="1700"/>
            </a:lvl7pPr>
            <a:lvl8pPr indent="-336550" lvl="7" marL="3657600" algn="l">
              <a:spcBef>
                <a:spcPts val="300"/>
              </a:spcBef>
              <a:spcAft>
                <a:spcPts val="0"/>
              </a:spcAft>
              <a:buClr>
                <a:schemeClr val="dk1"/>
              </a:buClr>
              <a:buSzPts val="1700"/>
              <a:buChar char="•"/>
              <a:defRPr sz="1700"/>
            </a:lvl8pPr>
            <a:lvl9pPr indent="-336550" lvl="8" marL="4114800" algn="l">
              <a:spcBef>
                <a:spcPts val="300"/>
              </a:spcBef>
              <a:spcAft>
                <a:spcPts val="0"/>
              </a:spcAft>
              <a:buClr>
                <a:schemeClr val="dk1"/>
              </a:buClr>
              <a:buSzPts val="1700"/>
              <a:buChar char="•"/>
              <a:defRPr sz="1700"/>
            </a:lvl9pPr>
          </a:lstStyle>
          <a:p/>
        </p:txBody>
      </p:sp>
      <p:sp>
        <p:nvSpPr>
          <p:cNvPr id="133" name="Google Shape;133;p25"/>
          <p:cNvSpPr txBox="1"/>
          <p:nvPr>
            <p:ph idx="10" type="dt"/>
          </p:nvPr>
        </p:nvSpPr>
        <p:spPr>
          <a:xfrm>
            <a:off x="420414" y="5900079"/>
            <a:ext cx="1961931" cy="338916"/>
          </a:xfrm>
          <a:prstGeom prst="rect">
            <a:avLst/>
          </a:prstGeom>
          <a:noFill/>
          <a:ln>
            <a:noFill/>
          </a:ln>
        </p:spPr>
        <p:txBody>
          <a:bodyPr anchorCtr="0" anchor="ctr" bIns="42150" lIns="84325" spcFirstLastPara="1" rIns="84325" wrap="square" tIns="4215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34" name="Google Shape;134;p25"/>
          <p:cNvSpPr txBox="1"/>
          <p:nvPr>
            <p:ph idx="11" type="ftr"/>
          </p:nvPr>
        </p:nvSpPr>
        <p:spPr>
          <a:xfrm>
            <a:off x="2872828" y="5900079"/>
            <a:ext cx="2662621" cy="338916"/>
          </a:xfrm>
          <a:prstGeom prst="rect">
            <a:avLst/>
          </a:prstGeom>
          <a:noFill/>
          <a:ln>
            <a:noFill/>
          </a:ln>
        </p:spPr>
        <p:txBody>
          <a:bodyPr anchorCtr="0" anchor="ctr" bIns="42150" lIns="84325" spcFirstLastPara="1" rIns="84325" wrap="square" tIns="4215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35" name="Google Shape;135;p25"/>
          <p:cNvSpPr txBox="1"/>
          <p:nvPr>
            <p:ph idx="12" type="sldNum"/>
          </p:nvPr>
        </p:nvSpPr>
        <p:spPr>
          <a:xfrm>
            <a:off x="6025931" y="5900079"/>
            <a:ext cx="1961931" cy="338916"/>
          </a:xfrm>
          <a:prstGeom prst="rect">
            <a:avLst/>
          </a:prstGeom>
          <a:noFill/>
          <a:ln>
            <a:noFill/>
          </a:ln>
        </p:spPr>
        <p:txBody>
          <a:bodyPr anchorCtr="0" anchor="ctr" bIns="42150" lIns="84325" spcFirstLastPara="1" rIns="84325" wrap="square" tIns="42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6" name="Shape 136"/>
        <p:cNvGrpSpPr/>
        <p:nvPr/>
      </p:nvGrpSpPr>
      <p:grpSpPr>
        <a:xfrm>
          <a:off x="0" y="0"/>
          <a:ext cx="0" cy="0"/>
          <a:chOff x="0" y="0"/>
          <a:chExt cx="0" cy="0"/>
        </a:xfrm>
      </p:grpSpPr>
      <p:sp>
        <p:nvSpPr>
          <p:cNvPr id="137" name="Google Shape;137;p26"/>
          <p:cNvSpPr txBox="1"/>
          <p:nvPr>
            <p:ph type="title"/>
          </p:nvPr>
        </p:nvSpPr>
        <p:spPr>
          <a:xfrm>
            <a:off x="420414" y="254924"/>
            <a:ext cx="7567448" cy="1060953"/>
          </a:xfrm>
          <a:prstGeom prst="rect">
            <a:avLst/>
          </a:prstGeom>
          <a:noFill/>
          <a:ln>
            <a:noFill/>
          </a:ln>
        </p:spPr>
        <p:txBody>
          <a:bodyPr anchorCtr="0" anchor="ctr" bIns="42150" lIns="84325" spcFirstLastPara="1" rIns="84325" wrap="square" tIns="42150">
            <a:normAutofit/>
          </a:bodyPr>
          <a:lstStyle>
            <a:lvl1pPr lvl="0" algn="ctr">
              <a:spcBef>
                <a:spcPts val="0"/>
              </a:spcBef>
              <a:spcAft>
                <a:spcPts val="0"/>
              </a:spcAft>
              <a:buClr>
                <a:schemeClr val="dk1"/>
              </a:buClr>
              <a:buSzPts val="4100"/>
              <a:buFont typeface="Calibri"/>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38" name="Google Shape;138;p26"/>
          <p:cNvSpPr txBox="1"/>
          <p:nvPr>
            <p:ph idx="1" type="body"/>
          </p:nvPr>
        </p:nvSpPr>
        <p:spPr>
          <a:xfrm>
            <a:off x="420414" y="1424920"/>
            <a:ext cx="3715115" cy="593839"/>
          </a:xfrm>
          <a:prstGeom prst="rect">
            <a:avLst/>
          </a:prstGeom>
          <a:noFill/>
          <a:ln>
            <a:noFill/>
          </a:ln>
        </p:spPr>
        <p:txBody>
          <a:bodyPr anchorCtr="0" anchor="b" bIns="42150" lIns="84325" spcFirstLastPara="1" rIns="84325" wrap="square" tIns="42150">
            <a:normAutofit/>
          </a:bodyPr>
          <a:lstStyle>
            <a:lvl1pPr indent="-228600" lvl="0" marL="457200" algn="l">
              <a:spcBef>
                <a:spcPts val="400"/>
              </a:spcBef>
              <a:spcAft>
                <a:spcPts val="0"/>
              </a:spcAft>
              <a:buClr>
                <a:schemeClr val="dk1"/>
              </a:buClr>
              <a:buSzPts val="2200"/>
              <a:buNone/>
              <a:defRPr b="1" sz="2200"/>
            </a:lvl1pPr>
            <a:lvl2pPr indent="-228600" lvl="1" marL="914400" algn="l">
              <a:spcBef>
                <a:spcPts val="400"/>
              </a:spcBef>
              <a:spcAft>
                <a:spcPts val="0"/>
              </a:spcAft>
              <a:buClr>
                <a:schemeClr val="dk1"/>
              </a:buClr>
              <a:buSzPts val="1800"/>
              <a:buNone/>
              <a:defRPr b="1" sz="1800"/>
            </a:lvl2pPr>
            <a:lvl3pPr indent="-228600" lvl="2" marL="1371600" algn="l">
              <a:spcBef>
                <a:spcPts val="300"/>
              </a:spcBef>
              <a:spcAft>
                <a:spcPts val="0"/>
              </a:spcAft>
              <a:buClr>
                <a:schemeClr val="dk1"/>
              </a:buClr>
              <a:buSzPts val="1700"/>
              <a:buNone/>
              <a:defRPr b="1" sz="1700"/>
            </a:lvl3pPr>
            <a:lvl4pPr indent="-228600" lvl="3" marL="1828800" algn="l">
              <a:spcBef>
                <a:spcPts val="300"/>
              </a:spcBef>
              <a:spcAft>
                <a:spcPts val="0"/>
              </a:spcAft>
              <a:buClr>
                <a:schemeClr val="dk1"/>
              </a:buClr>
              <a:buSzPts val="1500"/>
              <a:buNone/>
              <a:defRPr b="1" sz="1500"/>
            </a:lvl4pPr>
            <a:lvl5pPr indent="-228600" lvl="4" marL="2286000" algn="l">
              <a:spcBef>
                <a:spcPts val="300"/>
              </a:spcBef>
              <a:spcAft>
                <a:spcPts val="0"/>
              </a:spcAft>
              <a:buClr>
                <a:schemeClr val="dk1"/>
              </a:buClr>
              <a:buSzPts val="1500"/>
              <a:buNone/>
              <a:defRPr b="1" sz="1500"/>
            </a:lvl5pPr>
            <a:lvl6pPr indent="-228600" lvl="5" marL="2743200" algn="l">
              <a:spcBef>
                <a:spcPts val="300"/>
              </a:spcBef>
              <a:spcAft>
                <a:spcPts val="0"/>
              </a:spcAft>
              <a:buClr>
                <a:schemeClr val="dk1"/>
              </a:buClr>
              <a:buSzPts val="1500"/>
              <a:buNone/>
              <a:defRPr b="1" sz="1500"/>
            </a:lvl6pPr>
            <a:lvl7pPr indent="-228600" lvl="6" marL="3200400" algn="l">
              <a:spcBef>
                <a:spcPts val="300"/>
              </a:spcBef>
              <a:spcAft>
                <a:spcPts val="0"/>
              </a:spcAft>
              <a:buClr>
                <a:schemeClr val="dk1"/>
              </a:buClr>
              <a:buSzPts val="1500"/>
              <a:buNone/>
              <a:defRPr b="1" sz="1500"/>
            </a:lvl7pPr>
            <a:lvl8pPr indent="-228600" lvl="7" marL="3657600" algn="l">
              <a:spcBef>
                <a:spcPts val="300"/>
              </a:spcBef>
              <a:spcAft>
                <a:spcPts val="0"/>
              </a:spcAft>
              <a:buClr>
                <a:schemeClr val="dk1"/>
              </a:buClr>
              <a:buSzPts val="1500"/>
              <a:buNone/>
              <a:defRPr b="1" sz="1500"/>
            </a:lvl8pPr>
            <a:lvl9pPr indent="-228600" lvl="8" marL="4114800" algn="l">
              <a:spcBef>
                <a:spcPts val="300"/>
              </a:spcBef>
              <a:spcAft>
                <a:spcPts val="0"/>
              </a:spcAft>
              <a:buClr>
                <a:schemeClr val="dk1"/>
              </a:buClr>
              <a:buSzPts val="1500"/>
              <a:buNone/>
              <a:defRPr b="1" sz="1500"/>
            </a:lvl9pPr>
          </a:lstStyle>
          <a:p/>
        </p:txBody>
      </p:sp>
      <p:sp>
        <p:nvSpPr>
          <p:cNvPr id="139" name="Google Shape;139;p26"/>
          <p:cNvSpPr txBox="1"/>
          <p:nvPr>
            <p:ph idx="2" type="body"/>
          </p:nvPr>
        </p:nvSpPr>
        <p:spPr>
          <a:xfrm>
            <a:off x="420414" y="2018758"/>
            <a:ext cx="3715115" cy="3667657"/>
          </a:xfrm>
          <a:prstGeom prst="rect">
            <a:avLst/>
          </a:prstGeom>
          <a:noFill/>
          <a:ln>
            <a:noFill/>
          </a:ln>
        </p:spPr>
        <p:txBody>
          <a:bodyPr anchorCtr="0" anchor="t" bIns="42150" lIns="84325" spcFirstLastPara="1" rIns="84325" wrap="square" tIns="42150">
            <a:normAutofit/>
          </a:bodyPr>
          <a:lstStyle>
            <a:lvl1pPr indent="-368300" lvl="0" marL="457200" algn="l">
              <a:spcBef>
                <a:spcPts val="400"/>
              </a:spcBef>
              <a:spcAft>
                <a:spcPts val="0"/>
              </a:spcAft>
              <a:buClr>
                <a:schemeClr val="dk1"/>
              </a:buClr>
              <a:buSzPts val="2200"/>
              <a:buChar char="•"/>
              <a:defRPr sz="2200"/>
            </a:lvl1pPr>
            <a:lvl2pPr indent="-342900" lvl="1" marL="914400" algn="l">
              <a:spcBef>
                <a:spcPts val="400"/>
              </a:spcBef>
              <a:spcAft>
                <a:spcPts val="0"/>
              </a:spcAft>
              <a:buClr>
                <a:schemeClr val="dk1"/>
              </a:buClr>
              <a:buSzPts val="1800"/>
              <a:buChar char="–"/>
              <a:defRPr sz="1800"/>
            </a:lvl2pPr>
            <a:lvl3pPr indent="-336550" lvl="2" marL="1371600" algn="l">
              <a:spcBef>
                <a:spcPts val="300"/>
              </a:spcBef>
              <a:spcAft>
                <a:spcPts val="0"/>
              </a:spcAft>
              <a:buClr>
                <a:schemeClr val="dk1"/>
              </a:buClr>
              <a:buSzPts val="1700"/>
              <a:buChar char="•"/>
              <a:defRPr sz="17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40" name="Google Shape;140;p26"/>
          <p:cNvSpPr txBox="1"/>
          <p:nvPr>
            <p:ph idx="3" type="body"/>
          </p:nvPr>
        </p:nvSpPr>
        <p:spPr>
          <a:xfrm>
            <a:off x="4271287" y="1424920"/>
            <a:ext cx="3716575" cy="593839"/>
          </a:xfrm>
          <a:prstGeom prst="rect">
            <a:avLst/>
          </a:prstGeom>
          <a:noFill/>
          <a:ln>
            <a:noFill/>
          </a:ln>
        </p:spPr>
        <p:txBody>
          <a:bodyPr anchorCtr="0" anchor="b" bIns="42150" lIns="84325" spcFirstLastPara="1" rIns="84325" wrap="square" tIns="42150">
            <a:normAutofit/>
          </a:bodyPr>
          <a:lstStyle>
            <a:lvl1pPr indent="-228600" lvl="0" marL="457200" algn="l">
              <a:spcBef>
                <a:spcPts val="400"/>
              </a:spcBef>
              <a:spcAft>
                <a:spcPts val="0"/>
              </a:spcAft>
              <a:buClr>
                <a:schemeClr val="dk1"/>
              </a:buClr>
              <a:buSzPts val="2200"/>
              <a:buNone/>
              <a:defRPr b="1" sz="2200"/>
            </a:lvl1pPr>
            <a:lvl2pPr indent="-228600" lvl="1" marL="914400" algn="l">
              <a:spcBef>
                <a:spcPts val="400"/>
              </a:spcBef>
              <a:spcAft>
                <a:spcPts val="0"/>
              </a:spcAft>
              <a:buClr>
                <a:schemeClr val="dk1"/>
              </a:buClr>
              <a:buSzPts val="1800"/>
              <a:buNone/>
              <a:defRPr b="1" sz="1800"/>
            </a:lvl2pPr>
            <a:lvl3pPr indent="-228600" lvl="2" marL="1371600" algn="l">
              <a:spcBef>
                <a:spcPts val="300"/>
              </a:spcBef>
              <a:spcAft>
                <a:spcPts val="0"/>
              </a:spcAft>
              <a:buClr>
                <a:schemeClr val="dk1"/>
              </a:buClr>
              <a:buSzPts val="1700"/>
              <a:buNone/>
              <a:defRPr b="1" sz="1700"/>
            </a:lvl3pPr>
            <a:lvl4pPr indent="-228600" lvl="3" marL="1828800" algn="l">
              <a:spcBef>
                <a:spcPts val="300"/>
              </a:spcBef>
              <a:spcAft>
                <a:spcPts val="0"/>
              </a:spcAft>
              <a:buClr>
                <a:schemeClr val="dk1"/>
              </a:buClr>
              <a:buSzPts val="1500"/>
              <a:buNone/>
              <a:defRPr b="1" sz="1500"/>
            </a:lvl4pPr>
            <a:lvl5pPr indent="-228600" lvl="4" marL="2286000" algn="l">
              <a:spcBef>
                <a:spcPts val="300"/>
              </a:spcBef>
              <a:spcAft>
                <a:spcPts val="0"/>
              </a:spcAft>
              <a:buClr>
                <a:schemeClr val="dk1"/>
              </a:buClr>
              <a:buSzPts val="1500"/>
              <a:buNone/>
              <a:defRPr b="1" sz="1500"/>
            </a:lvl5pPr>
            <a:lvl6pPr indent="-228600" lvl="5" marL="2743200" algn="l">
              <a:spcBef>
                <a:spcPts val="300"/>
              </a:spcBef>
              <a:spcAft>
                <a:spcPts val="0"/>
              </a:spcAft>
              <a:buClr>
                <a:schemeClr val="dk1"/>
              </a:buClr>
              <a:buSzPts val="1500"/>
              <a:buNone/>
              <a:defRPr b="1" sz="1500"/>
            </a:lvl6pPr>
            <a:lvl7pPr indent="-228600" lvl="6" marL="3200400" algn="l">
              <a:spcBef>
                <a:spcPts val="300"/>
              </a:spcBef>
              <a:spcAft>
                <a:spcPts val="0"/>
              </a:spcAft>
              <a:buClr>
                <a:schemeClr val="dk1"/>
              </a:buClr>
              <a:buSzPts val="1500"/>
              <a:buNone/>
              <a:defRPr b="1" sz="1500"/>
            </a:lvl7pPr>
            <a:lvl8pPr indent="-228600" lvl="7" marL="3657600" algn="l">
              <a:spcBef>
                <a:spcPts val="300"/>
              </a:spcBef>
              <a:spcAft>
                <a:spcPts val="0"/>
              </a:spcAft>
              <a:buClr>
                <a:schemeClr val="dk1"/>
              </a:buClr>
              <a:buSzPts val="1500"/>
              <a:buNone/>
              <a:defRPr b="1" sz="1500"/>
            </a:lvl8pPr>
            <a:lvl9pPr indent="-228600" lvl="8" marL="4114800" algn="l">
              <a:spcBef>
                <a:spcPts val="300"/>
              </a:spcBef>
              <a:spcAft>
                <a:spcPts val="0"/>
              </a:spcAft>
              <a:buClr>
                <a:schemeClr val="dk1"/>
              </a:buClr>
              <a:buSzPts val="1500"/>
              <a:buNone/>
              <a:defRPr b="1" sz="1500"/>
            </a:lvl9pPr>
          </a:lstStyle>
          <a:p/>
        </p:txBody>
      </p:sp>
      <p:sp>
        <p:nvSpPr>
          <p:cNvPr id="141" name="Google Shape;141;p26"/>
          <p:cNvSpPr txBox="1"/>
          <p:nvPr>
            <p:ph idx="4" type="body"/>
          </p:nvPr>
        </p:nvSpPr>
        <p:spPr>
          <a:xfrm>
            <a:off x="4271287" y="2018758"/>
            <a:ext cx="3716575" cy="3667657"/>
          </a:xfrm>
          <a:prstGeom prst="rect">
            <a:avLst/>
          </a:prstGeom>
          <a:noFill/>
          <a:ln>
            <a:noFill/>
          </a:ln>
        </p:spPr>
        <p:txBody>
          <a:bodyPr anchorCtr="0" anchor="t" bIns="42150" lIns="84325" spcFirstLastPara="1" rIns="84325" wrap="square" tIns="42150">
            <a:normAutofit/>
          </a:bodyPr>
          <a:lstStyle>
            <a:lvl1pPr indent="-368300" lvl="0" marL="457200" algn="l">
              <a:spcBef>
                <a:spcPts val="400"/>
              </a:spcBef>
              <a:spcAft>
                <a:spcPts val="0"/>
              </a:spcAft>
              <a:buClr>
                <a:schemeClr val="dk1"/>
              </a:buClr>
              <a:buSzPts val="2200"/>
              <a:buChar char="•"/>
              <a:defRPr sz="2200"/>
            </a:lvl1pPr>
            <a:lvl2pPr indent="-342900" lvl="1" marL="914400" algn="l">
              <a:spcBef>
                <a:spcPts val="400"/>
              </a:spcBef>
              <a:spcAft>
                <a:spcPts val="0"/>
              </a:spcAft>
              <a:buClr>
                <a:schemeClr val="dk1"/>
              </a:buClr>
              <a:buSzPts val="1800"/>
              <a:buChar char="–"/>
              <a:defRPr sz="1800"/>
            </a:lvl2pPr>
            <a:lvl3pPr indent="-336550" lvl="2" marL="1371600" algn="l">
              <a:spcBef>
                <a:spcPts val="300"/>
              </a:spcBef>
              <a:spcAft>
                <a:spcPts val="0"/>
              </a:spcAft>
              <a:buClr>
                <a:schemeClr val="dk1"/>
              </a:buClr>
              <a:buSzPts val="1700"/>
              <a:buChar char="•"/>
              <a:defRPr sz="17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42" name="Google Shape;142;p26"/>
          <p:cNvSpPr txBox="1"/>
          <p:nvPr>
            <p:ph idx="10" type="dt"/>
          </p:nvPr>
        </p:nvSpPr>
        <p:spPr>
          <a:xfrm>
            <a:off x="420414" y="5900079"/>
            <a:ext cx="1961931" cy="338916"/>
          </a:xfrm>
          <a:prstGeom prst="rect">
            <a:avLst/>
          </a:prstGeom>
          <a:noFill/>
          <a:ln>
            <a:noFill/>
          </a:ln>
        </p:spPr>
        <p:txBody>
          <a:bodyPr anchorCtr="0" anchor="ctr" bIns="42150" lIns="84325" spcFirstLastPara="1" rIns="84325" wrap="square" tIns="4215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43" name="Google Shape;143;p26"/>
          <p:cNvSpPr txBox="1"/>
          <p:nvPr>
            <p:ph idx="11" type="ftr"/>
          </p:nvPr>
        </p:nvSpPr>
        <p:spPr>
          <a:xfrm>
            <a:off x="2872828" y="5900079"/>
            <a:ext cx="2662621" cy="338916"/>
          </a:xfrm>
          <a:prstGeom prst="rect">
            <a:avLst/>
          </a:prstGeom>
          <a:noFill/>
          <a:ln>
            <a:noFill/>
          </a:ln>
        </p:spPr>
        <p:txBody>
          <a:bodyPr anchorCtr="0" anchor="ctr" bIns="42150" lIns="84325" spcFirstLastPara="1" rIns="84325" wrap="square" tIns="4215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44" name="Google Shape;144;p26"/>
          <p:cNvSpPr txBox="1"/>
          <p:nvPr>
            <p:ph idx="12" type="sldNum"/>
          </p:nvPr>
        </p:nvSpPr>
        <p:spPr>
          <a:xfrm>
            <a:off x="6025931" y="5900079"/>
            <a:ext cx="1961931" cy="338916"/>
          </a:xfrm>
          <a:prstGeom prst="rect">
            <a:avLst/>
          </a:prstGeom>
          <a:noFill/>
          <a:ln>
            <a:noFill/>
          </a:ln>
        </p:spPr>
        <p:txBody>
          <a:bodyPr anchorCtr="0" anchor="ctr" bIns="42150" lIns="84325" spcFirstLastPara="1" rIns="84325" wrap="square" tIns="42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5" name="Shape 145"/>
        <p:cNvGrpSpPr/>
        <p:nvPr/>
      </p:nvGrpSpPr>
      <p:grpSpPr>
        <a:xfrm>
          <a:off x="0" y="0"/>
          <a:ext cx="0" cy="0"/>
          <a:chOff x="0" y="0"/>
          <a:chExt cx="0" cy="0"/>
        </a:xfrm>
      </p:grpSpPr>
      <p:sp>
        <p:nvSpPr>
          <p:cNvPr id="146" name="Google Shape;146;p27"/>
          <p:cNvSpPr txBox="1"/>
          <p:nvPr>
            <p:ph type="title"/>
          </p:nvPr>
        </p:nvSpPr>
        <p:spPr>
          <a:xfrm>
            <a:off x="420414" y="254924"/>
            <a:ext cx="7567448" cy="1060953"/>
          </a:xfrm>
          <a:prstGeom prst="rect">
            <a:avLst/>
          </a:prstGeom>
          <a:noFill/>
          <a:ln>
            <a:noFill/>
          </a:ln>
        </p:spPr>
        <p:txBody>
          <a:bodyPr anchorCtr="0" anchor="ctr" bIns="42150" lIns="84325" spcFirstLastPara="1" rIns="84325" wrap="square" tIns="42150">
            <a:normAutofit/>
          </a:bodyPr>
          <a:lstStyle>
            <a:lvl1pPr lvl="0" algn="ctr">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47" name="Google Shape;147;p27"/>
          <p:cNvSpPr txBox="1"/>
          <p:nvPr>
            <p:ph idx="10" type="dt"/>
          </p:nvPr>
        </p:nvSpPr>
        <p:spPr>
          <a:xfrm>
            <a:off x="420414" y="5900079"/>
            <a:ext cx="1961931" cy="338916"/>
          </a:xfrm>
          <a:prstGeom prst="rect">
            <a:avLst/>
          </a:prstGeom>
          <a:noFill/>
          <a:ln>
            <a:noFill/>
          </a:ln>
        </p:spPr>
        <p:txBody>
          <a:bodyPr anchorCtr="0" anchor="ctr" bIns="42150" lIns="84325" spcFirstLastPara="1" rIns="84325" wrap="square" tIns="4215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48" name="Google Shape;148;p27"/>
          <p:cNvSpPr txBox="1"/>
          <p:nvPr>
            <p:ph idx="11" type="ftr"/>
          </p:nvPr>
        </p:nvSpPr>
        <p:spPr>
          <a:xfrm>
            <a:off x="2872828" y="5900079"/>
            <a:ext cx="2662621" cy="338916"/>
          </a:xfrm>
          <a:prstGeom prst="rect">
            <a:avLst/>
          </a:prstGeom>
          <a:noFill/>
          <a:ln>
            <a:noFill/>
          </a:ln>
        </p:spPr>
        <p:txBody>
          <a:bodyPr anchorCtr="0" anchor="ctr" bIns="42150" lIns="84325" spcFirstLastPara="1" rIns="84325" wrap="square" tIns="4215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49" name="Google Shape;149;p27"/>
          <p:cNvSpPr txBox="1"/>
          <p:nvPr>
            <p:ph idx="12" type="sldNum"/>
          </p:nvPr>
        </p:nvSpPr>
        <p:spPr>
          <a:xfrm>
            <a:off x="6025931" y="5900079"/>
            <a:ext cx="1961931" cy="338916"/>
          </a:xfrm>
          <a:prstGeom prst="rect">
            <a:avLst/>
          </a:prstGeom>
          <a:noFill/>
          <a:ln>
            <a:noFill/>
          </a:ln>
        </p:spPr>
        <p:txBody>
          <a:bodyPr anchorCtr="0" anchor="ctr" bIns="42150" lIns="84325" spcFirstLastPara="1" rIns="84325" wrap="square" tIns="42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0" name="Shape 150"/>
        <p:cNvGrpSpPr/>
        <p:nvPr/>
      </p:nvGrpSpPr>
      <p:grpSpPr>
        <a:xfrm>
          <a:off x="0" y="0"/>
          <a:ext cx="0" cy="0"/>
          <a:chOff x="0" y="0"/>
          <a:chExt cx="0" cy="0"/>
        </a:xfrm>
      </p:grpSpPr>
      <p:sp>
        <p:nvSpPr>
          <p:cNvPr id="151" name="Google Shape;151;p28"/>
          <p:cNvSpPr txBox="1"/>
          <p:nvPr>
            <p:ph type="title"/>
          </p:nvPr>
        </p:nvSpPr>
        <p:spPr>
          <a:xfrm>
            <a:off x="420414" y="253450"/>
            <a:ext cx="2766265" cy="1078636"/>
          </a:xfrm>
          <a:prstGeom prst="rect">
            <a:avLst/>
          </a:prstGeom>
          <a:noFill/>
          <a:ln>
            <a:noFill/>
          </a:ln>
        </p:spPr>
        <p:txBody>
          <a:bodyPr anchorCtr="0" anchor="b" bIns="42150" lIns="84325" spcFirstLastPara="1" rIns="84325" wrap="square" tIns="42150">
            <a:normAutofit/>
          </a:bodyPr>
          <a:lstStyle>
            <a:lvl1pPr lvl="0" algn="l">
              <a:spcBef>
                <a:spcPts val="0"/>
              </a:spcBef>
              <a:spcAft>
                <a:spcPts val="0"/>
              </a:spcAft>
              <a:buClr>
                <a:schemeClr val="dk1"/>
              </a:buClr>
              <a:buSzPts val="1800"/>
              <a:buFont typeface="Calibri"/>
              <a:buNone/>
              <a:defRPr b="1" sz="18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52" name="Google Shape;152;p28"/>
          <p:cNvSpPr txBox="1"/>
          <p:nvPr>
            <p:ph idx="1" type="body"/>
          </p:nvPr>
        </p:nvSpPr>
        <p:spPr>
          <a:xfrm>
            <a:off x="3287402" y="253450"/>
            <a:ext cx="4700460" cy="5432965"/>
          </a:xfrm>
          <a:prstGeom prst="rect">
            <a:avLst/>
          </a:prstGeom>
          <a:noFill/>
          <a:ln>
            <a:noFill/>
          </a:ln>
        </p:spPr>
        <p:txBody>
          <a:bodyPr anchorCtr="0" anchor="t" bIns="42150" lIns="84325" spcFirstLastPara="1" rIns="84325" wrap="square" tIns="42150">
            <a:normAutofit/>
          </a:bodyPr>
          <a:lstStyle>
            <a:lvl1pPr indent="-419100" lvl="0" marL="457200" algn="l">
              <a:spcBef>
                <a:spcPts val="600"/>
              </a:spcBef>
              <a:spcAft>
                <a:spcPts val="0"/>
              </a:spcAft>
              <a:buClr>
                <a:schemeClr val="dk1"/>
              </a:buClr>
              <a:buSzPts val="3000"/>
              <a:buChar char="•"/>
              <a:defRPr sz="3000"/>
            </a:lvl1pPr>
            <a:lvl2pPr indent="-393700" lvl="1" marL="914400" algn="l">
              <a:spcBef>
                <a:spcPts val="500"/>
              </a:spcBef>
              <a:spcAft>
                <a:spcPts val="0"/>
              </a:spcAft>
              <a:buClr>
                <a:schemeClr val="dk1"/>
              </a:buClr>
              <a:buSzPts val="2600"/>
              <a:buChar char="–"/>
              <a:defRPr sz="2600"/>
            </a:lvl2pPr>
            <a:lvl3pPr indent="-368300" lvl="2" marL="1371600" algn="l">
              <a:spcBef>
                <a:spcPts val="400"/>
              </a:spcBef>
              <a:spcAft>
                <a:spcPts val="0"/>
              </a:spcAft>
              <a:buClr>
                <a:schemeClr val="dk1"/>
              </a:buClr>
              <a:buSzPts val="2200"/>
              <a:buChar char="•"/>
              <a:defRPr sz="22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53" name="Google Shape;153;p28"/>
          <p:cNvSpPr txBox="1"/>
          <p:nvPr>
            <p:ph idx="2" type="body"/>
          </p:nvPr>
        </p:nvSpPr>
        <p:spPr>
          <a:xfrm>
            <a:off x="420414" y="1332086"/>
            <a:ext cx="2766265" cy="4354329"/>
          </a:xfrm>
          <a:prstGeom prst="rect">
            <a:avLst/>
          </a:prstGeom>
          <a:noFill/>
          <a:ln>
            <a:noFill/>
          </a:ln>
        </p:spPr>
        <p:txBody>
          <a:bodyPr anchorCtr="0" anchor="t" bIns="42150" lIns="84325" spcFirstLastPara="1" rIns="84325" wrap="square" tIns="42150">
            <a:normAutofit/>
          </a:bodyPr>
          <a:lstStyle>
            <a:lvl1pPr indent="-228600" lvl="0" marL="457200" algn="l">
              <a:spcBef>
                <a:spcPts val="300"/>
              </a:spcBef>
              <a:spcAft>
                <a:spcPts val="0"/>
              </a:spcAft>
              <a:buClr>
                <a:schemeClr val="dk1"/>
              </a:buClr>
              <a:buSzPts val="1300"/>
              <a:buNone/>
              <a:defRPr sz="1300"/>
            </a:lvl1pPr>
            <a:lvl2pPr indent="-228600" lvl="1" marL="914400" algn="l">
              <a:spcBef>
                <a:spcPts val="200"/>
              </a:spcBef>
              <a:spcAft>
                <a:spcPts val="0"/>
              </a:spcAft>
              <a:buClr>
                <a:schemeClr val="dk1"/>
              </a:buClr>
              <a:buSzPts val="1100"/>
              <a:buNone/>
              <a:defRPr sz="1100"/>
            </a:lvl2pPr>
            <a:lvl3pPr indent="-228600" lvl="2" marL="1371600" algn="l">
              <a:spcBef>
                <a:spcPts val="200"/>
              </a:spcBef>
              <a:spcAft>
                <a:spcPts val="0"/>
              </a:spcAft>
              <a:buClr>
                <a:schemeClr val="dk1"/>
              </a:buClr>
              <a:buSzPts val="900"/>
              <a:buNone/>
              <a:defRPr sz="900"/>
            </a:lvl3pPr>
            <a:lvl4pPr indent="-228600" lvl="3" marL="1828800" algn="l">
              <a:spcBef>
                <a:spcPts val="200"/>
              </a:spcBef>
              <a:spcAft>
                <a:spcPts val="0"/>
              </a:spcAft>
              <a:buClr>
                <a:schemeClr val="dk1"/>
              </a:buClr>
              <a:buSzPts val="800"/>
              <a:buNone/>
              <a:defRPr sz="800"/>
            </a:lvl4pPr>
            <a:lvl5pPr indent="-228600" lvl="4" marL="2286000" algn="l">
              <a:spcBef>
                <a:spcPts val="200"/>
              </a:spcBef>
              <a:spcAft>
                <a:spcPts val="0"/>
              </a:spcAft>
              <a:buClr>
                <a:schemeClr val="dk1"/>
              </a:buClr>
              <a:buSzPts val="800"/>
              <a:buNone/>
              <a:defRPr sz="800"/>
            </a:lvl5pPr>
            <a:lvl6pPr indent="-228600" lvl="5" marL="2743200" algn="l">
              <a:spcBef>
                <a:spcPts val="200"/>
              </a:spcBef>
              <a:spcAft>
                <a:spcPts val="0"/>
              </a:spcAft>
              <a:buClr>
                <a:schemeClr val="dk1"/>
              </a:buClr>
              <a:buSzPts val="800"/>
              <a:buNone/>
              <a:defRPr sz="800"/>
            </a:lvl6pPr>
            <a:lvl7pPr indent="-228600" lvl="6" marL="3200400" algn="l">
              <a:spcBef>
                <a:spcPts val="200"/>
              </a:spcBef>
              <a:spcAft>
                <a:spcPts val="0"/>
              </a:spcAft>
              <a:buClr>
                <a:schemeClr val="dk1"/>
              </a:buClr>
              <a:buSzPts val="800"/>
              <a:buNone/>
              <a:defRPr sz="800"/>
            </a:lvl7pPr>
            <a:lvl8pPr indent="-228600" lvl="7" marL="3657600" algn="l">
              <a:spcBef>
                <a:spcPts val="200"/>
              </a:spcBef>
              <a:spcAft>
                <a:spcPts val="0"/>
              </a:spcAft>
              <a:buClr>
                <a:schemeClr val="dk1"/>
              </a:buClr>
              <a:buSzPts val="800"/>
              <a:buNone/>
              <a:defRPr sz="800"/>
            </a:lvl8pPr>
            <a:lvl9pPr indent="-228600" lvl="8" marL="4114800" algn="l">
              <a:spcBef>
                <a:spcPts val="200"/>
              </a:spcBef>
              <a:spcAft>
                <a:spcPts val="0"/>
              </a:spcAft>
              <a:buClr>
                <a:schemeClr val="dk1"/>
              </a:buClr>
              <a:buSzPts val="800"/>
              <a:buNone/>
              <a:defRPr sz="800"/>
            </a:lvl9pPr>
          </a:lstStyle>
          <a:p/>
        </p:txBody>
      </p:sp>
      <p:sp>
        <p:nvSpPr>
          <p:cNvPr id="154" name="Google Shape;154;p28"/>
          <p:cNvSpPr txBox="1"/>
          <p:nvPr>
            <p:ph idx="10" type="dt"/>
          </p:nvPr>
        </p:nvSpPr>
        <p:spPr>
          <a:xfrm>
            <a:off x="420414" y="5900079"/>
            <a:ext cx="1961931" cy="338916"/>
          </a:xfrm>
          <a:prstGeom prst="rect">
            <a:avLst/>
          </a:prstGeom>
          <a:noFill/>
          <a:ln>
            <a:noFill/>
          </a:ln>
        </p:spPr>
        <p:txBody>
          <a:bodyPr anchorCtr="0" anchor="ctr" bIns="42150" lIns="84325" spcFirstLastPara="1" rIns="84325" wrap="square" tIns="4215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55" name="Google Shape;155;p28"/>
          <p:cNvSpPr txBox="1"/>
          <p:nvPr>
            <p:ph idx="11" type="ftr"/>
          </p:nvPr>
        </p:nvSpPr>
        <p:spPr>
          <a:xfrm>
            <a:off x="2872828" y="5900079"/>
            <a:ext cx="2662621" cy="338916"/>
          </a:xfrm>
          <a:prstGeom prst="rect">
            <a:avLst/>
          </a:prstGeom>
          <a:noFill/>
          <a:ln>
            <a:noFill/>
          </a:ln>
        </p:spPr>
        <p:txBody>
          <a:bodyPr anchorCtr="0" anchor="ctr" bIns="42150" lIns="84325" spcFirstLastPara="1" rIns="84325" wrap="square" tIns="4215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56" name="Google Shape;156;p28"/>
          <p:cNvSpPr txBox="1"/>
          <p:nvPr>
            <p:ph idx="12" type="sldNum"/>
          </p:nvPr>
        </p:nvSpPr>
        <p:spPr>
          <a:xfrm>
            <a:off x="6025931" y="5900079"/>
            <a:ext cx="1961931" cy="338916"/>
          </a:xfrm>
          <a:prstGeom prst="rect">
            <a:avLst/>
          </a:prstGeom>
          <a:noFill/>
          <a:ln>
            <a:noFill/>
          </a:ln>
        </p:spPr>
        <p:txBody>
          <a:bodyPr anchorCtr="0" anchor="ctr" bIns="42150" lIns="84325" spcFirstLastPara="1" rIns="84325" wrap="square" tIns="42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7" name="Shape 157"/>
        <p:cNvGrpSpPr/>
        <p:nvPr/>
      </p:nvGrpSpPr>
      <p:grpSpPr>
        <a:xfrm>
          <a:off x="0" y="0"/>
          <a:ext cx="0" cy="0"/>
          <a:chOff x="0" y="0"/>
          <a:chExt cx="0" cy="0"/>
        </a:xfrm>
      </p:grpSpPr>
      <p:sp>
        <p:nvSpPr>
          <p:cNvPr id="158" name="Google Shape;158;p29"/>
          <p:cNvSpPr txBox="1"/>
          <p:nvPr>
            <p:ph type="title"/>
          </p:nvPr>
        </p:nvSpPr>
        <p:spPr>
          <a:xfrm>
            <a:off x="1648081" y="4456004"/>
            <a:ext cx="5044966" cy="526056"/>
          </a:xfrm>
          <a:prstGeom prst="rect">
            <a:avLst/>
          </a:prstGeom>
          <a:noFill/>
          <a:ln>
            <a:noFill/>
          </a:ln>
        </p:spPr>
        <p:txBody>
          <a:bodyPr anchorCtr="0" anchor="b" bIns="42150" lIns="84325" spcFirstLastPara="1" rIns="84325" wrap="square" tIns="42150">
            <a:normAutofit/>
          </a:bodyPr>
          <a:lstStyle>
            <a:lvl1pPr lvl="0" algn="l">
              <a:spcBef>
                <a:spcPts val="0"/>
              </a:spcBef>
              <a:spcAft>
                <a:spcPts val="0"/>
              </a:spcAft>
              <a:buClr>
                <a:schemeClr val="dk1"/>
              </a:buClr>
              <a:buSzPts val="1800"/>
              <a:buFont typeface="Calibri"/>
              <a:buNone/>
              <a:defRPr b="1" sz="1800"/>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59" name="Google Shape;159;p29"/>
          <p:cNvSpPr/>
          <p:nvPr>
            <p:ph idx="2" type="pic"/>
          </p:nvPr>
        </p:nvSpPr>
        <p:spPr>
          <a:xfrm>
            <a:off x="1648081" y="568789"/>
            <a:ext cx="5044966" cy="3819432"/>
          </a:xfrm>
          <a:prstGeom prst="rect">
            <a:avLst/>
          </a:prstGeom>
          <a:noFill/>
          <a:ln>
            <a:noFill/>
          </a:ln>
        </p:spPr>
      </p:sp>
      <p:sp>
        <p:nvSpPr>
          <p:cNvPr id="160" name="Google Shape;160;p29"/>
          <p:cNvSpPr txBox="1"/>
          <p:nvPr>
            <p:ph idx="1" type="body"/>
          </p:nvPr>
        </p:nvSpPr>
        <p:spPr>
          <a:xfrm>
            <a:off x="1648081" y="4982060"/>
            <a:ext cx="5044966" cy="747087"/>
          </a:xfrm>
          <a:prstGeom prst="rect">
            <a:avLst/>
          </a:prstGeom>
          <a:noFill/>
          <a:ln>
            <a:noFill/>
          </a:ln>
        </p:spPr>
        <p:txBody>
          <a:bodyPr anchorCtr="0" anchor="t" bIns="42150" lIns="84325" spcFirstLastPara="1" rIns="84325" wrap="square" tIns="42150">
            <a:normAutofit/>
          </a:bodyPr>
          <a:lstStyle>
            <a:lvl1pPr indent="-228600" lvl="0" marL="457200" algn="l">
              <a:spcBef>
                <a:spcPts val="300"/>
              </a:spcBef>
              <a:spcAft>
                <a:spcPts val="0"/>
              </a:spcAft>
              <a:buClr>
                <a:schemeClr val="dk1"/>
              </a:buClr>
              <a:buSzPts val="1300"/>
              <a:buNone/>
              <a:defRPr sz="1300"/>
            </a:lvl1pPr>
            <a:lvl2pPr indent="-228600" lvl="1" marL="914400" algn="l">
              <a:spcBef>
                <a:spcPts val="200"/>
              </a:spcBef>
              <a:spcAft>
                <a:spcPts val="0"/>
              </a:spcAft>
              <a:buClr>
                <a:schemeClr val="dk1"/>
              </a:buClr>
              <a:buSzPts val="1100"/>
              <a:buNone/>
              <a:defRPr sz="1100"/>
            </a:lvl2pPr>
            <a:lvl3pPr indent="-228600" lvl="2" marL="1371600" algn="l">
              <a:spcBef>
                <a:spcPts val="200"/>
              </a:spcBef>
              <a:spcAft>
                <a:spcPts val="0"/>
              </a:spcAft>
              <a:buClr>
                <a:schemeClr val="dk1"/>
              </a:buClr>
              <a:buSzPts val="900"/>
              <a:buNone/>
              <a:defRPr sz="900"/>
            </a:lvl3pPr>
            <a:lvl4pPr indent="-228600" lvl="3" marL="1828800" algn="l">
              <a:spcBef>
                <a:spcPts val="200"/>
              </a:spcBef>
              <a:spcAft>
                <a:spcPts val="0"/>
              </a:spcAft>
              <a:buClr>
                <a:schemeClr val="dk1"/>
              </a:buClr>
              <a:buSzPts val="800"/>
              <a:buNone/>
              <a:defRPr sz="800"/>
            </a:lvl4pPr>
            <a:lvl5pPr indent="-228600" lvl="4" marL="2286000" algn="l">
              <a:spcBef>
                <a:spcPts val="200"/>
              </a:spcBef>
              <a:spcAft>
                <a:spcPts val="0"/>
              </a:spcAft>
              <a:buClr>
                <a:schemeClr val="dk1"/>
              </a:buClr>
              <a:buSzPts val="800"/>
              <a:buNone/>
              <a:defRPr sz="800"/>
            </a:lvl5pPr>
            <a:lvl6pPr indent="-228600" lvl="5" marL="2743200" algn="l">
              <a:spcBef>
                <a:spcPts val="200"/>
              </a:spcBef>
              <a:spcAft>
                <a:spcPts val="0"/>
              </a:spcAft>
              <a:buClr>
                <a:schemeClr val="dk1"/>
              </a:buClr>
              <a:buSzPts val="800"/>
              <a:buNone/>
              <a:defRPr sz="800"/>
            </a:lvl6pPr>
            <a:lvl7pPr indent="-228600" lvl="6" marL="3200400" algn="l">
              <a:spcBef>
                <a:spcPts val="200"/>
              </a:spcBef>
              <a:spcAft>
                <a:spcPts val="0"/>
              </a:spcAft>
              <a:buClr>
                <a:schemeClr val="dk1"/>
              </a:buClr>
              <a:buSzPts val="800"/>
              <a:buNone/>
              <a:defRPr sz="800"/>
            </a:lvl7pPr>
            <a:lvl8pPr indent="-228600" lvl="7" marL="3657600" algn="l">
              <a:spcBef>
                <a:spcPts val="200"/>
              </a:spcBef>
              <a:spcAft>
                <a:spcPts val="0"/>
              </a:spcAft>
              <a:buClr>
                <a:schemeClr val="dk1"/>
              </a:buClr>
              <a:buSzPts val="800"/>
              <a:buNone/>
              <a:defRPr sz="800"/>
            </a:lvl8pPr>
            <a:lvl9pPr indent="-228600" lvl="8" marL="4114800" algn="l">
              <a:spcBef>
                <a:spcPts val="200"/>
              </a:spcBef>
              <a:spcAft>
                <a:spcPts val="0"/>
              </a:spcAft>
              <a:buClr>
                <a:schemeClr val="dk1"/>
              </a:buClr>
              <a:buSzPts val="800"/>
              <a:buNone/>
              <a:defRPr sz="800"/>
            </a:lvl9pPr>
          </a:lstStyle>
          <a:p/>
        </p:txBody>
      </p:sp>
      <p:sp>
        <p:nvSpPr>
          <p:cNvPr id="161" name="Google Shape;161;p29"/>
          <p:cNvSpPr txBox="1"/>
          <p:nvPr>
            <p:ph idx="10" type="dt"/>
          </p:nvPr>
        </p:nvSpPr>
        <p:spPr>
          <a:xfrm>
            <a:off x="420414" y="5900079"/>
            <a:ext cx="1961931" cy="338916"/>
          </a:xfrm>
          <a:prstGeom prst="rect">
            <a:avLst/>
          </a:prstGeom>
          <a:noFill/>
          <a:ln>
            <a:noFill/>
          </a:ln>
        </p:spPr>
        <p:txBody>
          <a:bodyPr anchorCtr="0" anchor="ctr" bIns="42150" lIns="84325" spcFirstLastPara="1" rIns="84325" wrap="square" tIns="4215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62" name="Google Shape;162;p29"/>
          <p:cNvSpPr txBox="1"/>
          <p:nvPr>
            <p:ph idx="11" type="ftr"/>
          </p:nvPr>
        </p:nvSpPr>
        <p:spPr>
          <a:xfrm>
            <a:off x="2872828" y="5900079"/>
            <a:ext cx="2662621" cy="338916"/>
          </a:xfrm>
          <a:prstGeom prst="rect">
            <a:avLst/>
          </a:prstGeom>
          <a:noFill/>
          <a:ln>
            <a:noFill/>
          </a:ln>
        </p:spPr>
        <p:txBody>
          <a:bodyPr anchorCtr="0" anchor="ctr" bIns="42150" lIns="84325" spcFirstLastPara="1" rIns="84325" wrap="square" tIns="4215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63" name="Google Shape;163;p29"/>
          <p:cNvSpPr txBox="1"/>
          <p:nvPr>
            <p:ph idx="12" type="sldNum"/>
          </p:nvPr>
        </p:nvSpPr>
        <p:spPr>
          <a:xfrm>
            <a:off x="6025931" y="5900079"/>
            <a:ext cx="1961931" cy="338916"/>
          </a:xfrm>
          <a:prstGeom prst="rect">
            <a:avLst/>
          </a:prstGeom>
          <a:noFill/>
          <a:ln>
            <a:noFill/>
          </a:ln>
        </p:spPr>
        <p:txBody>
          <a:bodyPr anchorCtr="0" anchor="ctr" bIns="42150" lIns="84325" spcFirstLastPara="1" rIns="84325" wrap="square" tIns="42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4" name="Shape 164"/>
        <p:cNvGrpSpPr/>
        <p:nvPr/>
      </p:nvGrpSpPr>
      <p:grpSpPr>
        <a:xfrm>
          <a:off x="0" y="0"/>
          <a:ext cx="0" cy="0"/>
          <a:chOff x="0" y="0"/>
          <a:chExt cx="0" cy="0"/>
        </a:xfrm>
      </p:grpSpPr>
      <p:sp>
        <p:nvSpPr>
          <p:cNvPr id="165" name="Google Shape;165;p30"/>
          <p:cNvSpPr txBox="1"/>
          <p:nvPr>
            <p:ph type="title"/>
          </p:nvPr>
        </p:nvSpPr>
        <p:spPr>
          <a:xfrm>
            <a:off x="420414" y="254924"/>
            <a:ext cx="7567448" cy="1060953"/>
          </a:xfrm>
          <a:prstGeom prst="rect">
            <a:avLst/>
          </a:prstGeom>
          <a:noFill/>
          <a:ln>
            <a:noFill/>
          </a:ln>
        </p:spPr>
        <p:txBody>
          <a:bodyPr anchorCtr="0" anchor="ctr" bIns="42150" lIns="84325" spcFirstLastPara="1" rIns="84325" wrap="square" tIns="42150">
            <a:normAutofit/>
          </a:bodyPr>
          <a:lstStyle>
            <a:lvl1pPr lvl="0" algn="ctr">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66" name="Google Shape;166;p30"/>
          <p:cNvSpPr txBox="1"/>
          <p:nvPr>
            <p:ph idx="1" type="body"/>
          </p:nvPr>
        </p:nvSpPr>
        <p:spPr>
          <a:xfrm rot="5400000">
            <a:off x="2103598" y="-197849"/>
            <a:ext cx="4201081" cy="7567448"/>
          </a:xfrm>
          <a:prstGeom prst="rect">
            <a:avLst/>
          </a:prstGeom>
          <a:noFill/>
          <a:ln>
            <a:noFill/>
          </a:ln>
        </p:spPr>
        <p:txBody>
          <a:bodyPr anchorCtr="0" anchor="t" bIns="42150" lIns="84325" spcFirstLastPara="1" rIns="84325" wrap="square" tIns="42150">
            <a:normAutofit/>
          </a:bodyPr>
          <a:lstStyle>
            <a:lvl1pPr indent="-336550" lvl="0" marL="457200" algn="l">
              <a:spcBef>
                <a:spcPts val="300"/>
              </a:spcBef>
              <a:spcAft>
                <a:spcPts val="0"/>
              </a:spcAft>
              <a:buClr>
                <a:schemeClr val="dk1"/>
              </a:buClr>
              <a:buSzPts val="1700"/>
              <a:buChar char="•"/>
              <a:defRPr/>
            </a:lvl1pPr>
            <a:lvl2pPr indent="-336550" lvl="1" marL="914400" algn="l">
              <a:spcBef>
                <a:spcPts val="300"/>
              </a:spcBef>
              <a:spcAft>
                <a:spcPts val="0"/>
              </a:spcAft>
              <a:buClr>
                <a:schemeClr val="dk1"/>
              </a:buClr>
              <a:buSzPts val="1700"/>
              <a:buChar char="–"/>
              <a:defRPr/>
            </a:lvl2pPr>
            <a:lvl3pPr indent="-336550" lvl="2" marL="1371600" algn="l">
              <a:spcBef>
                <a:spcPts val="300"/>
              </a:spcBef>
              <a:spcAft>
                <a:spcPts val="0"/>
              </a:spcAft>
              <a:buClr>
                <a:schemeClr val="dk1"/>
              </a:buClr>
              <a:buSzPts val="1700"/>
              <a:buChar char="•"/>
              <a:defRPr/>
            </a:lvl3pPr>
            <a:lvl4pPr indent="-336550" lvl="3" marL="1828800" algn="l">
              <a:spcBef>
                <a:spcPts val="300"/>
              </a:spcBef>
              <a:spcAft>
                <a:spcPts val="0"/>
              </a:spcAft>
              <a:buClr>
                <a:schemeClr val="dk1"/>
              </a:buClr>
              <a:buSzPts val="1700"/>
              <a:buChar char="–"/>
              <a:defRPr/>
            </a:lvl4pPr>
            <a:lvl5pPr indent="-336550" lvl="4" marL="2286000" algn="l">
              <a:spcBef>
                <a:spcPts val="300"/>
              </a:spcBef>
              <a:spcAft>
                <a:spcPts val="0"/>
              </a:spcAft>
              <a:buClr>
                <a:schemeClr val="dk1"/>
              </a:buClr>
              <a:buSzPts val="1700"/>
              <a:buChar char="»"/>
              <a:defRPr/>
            </a:lvl5pPr>
            <a:lvl6pPr indent="-336550" lvl="5" marL="2743200" algn="l">
              <a:spcBef>
                <a:spcPts val="300"/>
              </a:spcBef>
              <a:spcAft>
                <a:spcPts val="0"/>
              </a:spcAft>
              <a:buClr>
                <a:schemeClr val="dk1"/>
              </a:buClr>
              <a:buSzPts val="1700"/>
              <a:buChar char="•"/>
              <a:defRPr/>
            </a:lvl6pPr>
            <a:lvl7pPr indent="-336550" lvl="6" marL="3200400" algn="l">
              <a:spcBef>
                <a:spcPts val="300"/>
              </a:spcBef>
              <a:spcAft>
                <a:spcPts val="0"/>
              </a:spcAft>
              <a:buClr>
                <a:schemeClr val="dk1"/>
              </a:buClr>
              <a:buSzPts val="1700"/>
              <a:buChar char="•"/>
              <a:defRPr/>
            </a:lvl7pPr>
            <a:lvl8pPr indent="-336550" lvl="7" marL="3657600" algn="l">
              <a:spcBef>
                <a:spcPts val="300"/>
              </a:spcBef>
              <a:spcAft>
                <a:spcPts val="0"/>
              </a:spcAft>
              <a:buClr>
                <a:schemeClr val="dk1"/>
              </a:buClr>
              <a:buSzPts val="1700"/>
              <a:buChar char="•"/>
              <a:defRPr/>
            </a:lvl8pPr>
            <a:lvl9pPr indent="-336550" lvl="8" marL="4114800" algn="l">
              <a:spcBef>
                <a:spcPts val="300"/>
              </a:spcBef>
              <a:spcAft>
                <a:spcPts val="0"/>
              </a:spcAft>
              <a:buClr>
                <a:schemeClr val="dk1"/>
              </a:buClr>
              <a:buSzPts val="1700"/>
              <a:buChar char="•"/>
              <a:defRPr/>
            </a:lvl9pPr>
          </a:lstStyle>
          <a:p/>
        </p:txBody>
      </p:sp>
      <p:sp>
        <p:nvSpPr>
          <p:cNvPr id="167" name="Google Shape;167;p30"/>
          <p:cNvSpPr txBox="1"/>
          <p:nvPr>
            <p:ph idx="10" type="dt"/>
          </p:nvPr>
        </p:nvSpPr>
        <p:spPr>
          <a:xfrm>
            <a:off x="420414" y="5900079"/>
            <a:ext cx="1961931" cy="338916"/>
          </a:xfrm>
          <a:prstGeom prst="rect">
            <a:avLst/>
          </a:prstGeom>
          <a:noFill/>
          <a:ln>
            <a:noFill/>
          </a:ln>
        </p:spPr>
        <p:txBody>
          <a:bodyPr anchorCtr="0" anchor="ctr" bIns="42150" lIns="84325" spcFirstLastPara="1" rIns="84325" wrap="square" tIns="4215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68" name="Google Shape;168;p30"/>
          <p:cNvSpPr txBox="1"/>
          <p:nvPr>
            <p:ph idx="11" type="ftr"/>
          </p:nvPr>
        </p:nvSpPr>
        <p:spPr>
          <a:xfrm>
            <a:off x="2872828" y="5900079"/>
            <a:ext cx="2662621" cy="338916"/>
          </a:xfrm>
          <a:prstGeom prst="rect">
            <a:avLst/>
          </a:prstGeom>
          <a:noFill/>
          <a:ln>
            <a:noFill/>
          </a:ln>
        </p:spPr>
        <p:txBody>
          <a:bodyPr anchorCtr="0" anchor="ctr" bIns="42150" lIns="84325" spcFirstLastPara="1" rIns="84325" wrap="square" tIns="4215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69" name="Google Shape;169;p30"/>
          <p:cNvSpPr txBox="1"/>
          <p:nvPr>
            <p:ph idx="12" type="sldNum"/>
          </p:nvPr>
        </p:nvSpPr>
        <p:spPr>
          <a:xfrm>
            <a:off x="6025931" y="5900079"/>
            <a:ext cx="1961931" cy="338916"/>
          </a:xfrm>
          <a:prstGeom prst="rect">
            <a:avLst/>
          </a:prstGeom>
          <a:noFill/>
          <a:ln>
            <a:noFill/>
          </a:ln>
        </p:spPr>
        <p:txBody>
          <a:bodyPr anchorCtr="0" anchor="ctr" bIns="42150" lIns="84325" spcFirstLastPara="1" rIns="84325" wrap="square" tIns="42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70" name="Shape 170"/>
        <p:cNvGrpSpPr/>
        <p:nvPr/>
      </p:nvGrpSpPr>
      <p:grpSpPr>
        <a:xfrm>
          <a:off x="0" y="0"/>
          <a:ext cx="0" cy="0"/>
          <a:chOff x="0" y="0"/>
          <a:chExt cx="0" cy="0"/>
        </a:xfrm>
      </p:grpSpPr>
      <p:sp>
        <p:nvSpPr>
          <p:cNvPr id="171" name="Google Shape;171;p31"/>
          <p:cNvSpPr txBox="1"/>
          <p:nvPr>
            <p:ph type="title"/>
          </p:nvPr>
        </p:nvSpPr>
        <p:spPr>
          <a:xfrm rot="5400000">
            <a:off x="4326185" y="2024739"/>
            <a:ext cx="5431491" cy="1891862"/>
          </a:xfrm>
          <a:prstGeom prst="rect">
            <a:avLst/>
          </a:prstGeom>
          <a:noFill/>
          <a:ln>
            <a:noFill/>
          </a:ln>
        </p:spPr>
        <p:txBody>
          <a:bodyPr anchorCtr="0" anchor="ctr" bIns="42150" lIns="84325" spcFirstLastPara="1" rIns="84325" wrap="square" tIns="42150">
            <a:normAutofit/>
          </a:bodyPr>
          <a:lstStyle>
            <a:lvl1pPr lvl="0" algn="ctr">
              <a:spcBef>
                <a:spcPts val="0"/>
              </a:spcBef>
              <a:spcAft>
                <a:spcPts val="0"/>
              </a:spcAft>
              <a:buClr>
                <a:schemeClr val="dk1"/>
              </a:buClr>
              <a:buSzPts val="1700"/>
              <a:buNone/>
              <a:defRPr/>
            </a:lvl1pPr>
            <a:lvl2pPr lvl="1">
              <a:spcBef>
                <a:spcPts val="0"/>
              </a:spcBef>
              <a:spcAft>
                <a:spcPts val="0"/>
              </a:spcAft>
              <a:buSzPts val="1300"/>
              <a:buNone/>
              <a:defRPr/>
            </a:lvl2pPr>
            <a:lvl3pPr lvl="2">
              <a:spcBef>
                <a:spcPts val="0"/>
              </a:spcBef>
              <a:spcAft>
                <a:spcPts val="0"/>
              </a:spcAft>
              <a:buSzPts val="1300"/>
              <a:buNone/>
              <a:defRPr/>
            </a:lvl3pPr>
            <a:lvl4pPr lvl="3">
              <a:spcBef>
                <a:spcPts val="0"/>
              </a:spcBef>
              <a:spcAft>
                <a:spcPts val="0"/>
              </a:spcAft>
              <a:buSzPts val="1300"/>
              <a:buNone/>
              <a:defRPr/>
            </a:lvl4pPr>
            <a:lvl5pPr lvl="4">
              <a:spcBef>
                <a:spcPts val="0"/>
              </a:spcBef>
              <a:spcAft>
                <a:spcPts val="0"/>
              </a:spcAft>
              <a:buSzPts val="1300"/>
              <a:buNone/>
              <a:defRPr/>
            </a:lvl5pPr>
            <a:lvl6pPr lvl="5">
              <a:spcBef>
                <a:spcPts val="0"/>
              </a:spcBef>
              <a:spcAft>
                <a:spcPts val="0"/>
              </a:spcAft>
              <a:buSzPts val="1300"/>
              <a:buNone/>
              <a:defRPr/>
            </a:lvl6pPr>
            <a:lvl7pPr lvl="6">
              <a:spcBef>
                <a:spcPts val="0"/>
              </a:spcBef>
              <a:spcAft>
                <a:spcPts val="0"/>
              </a:spcAft>
              <a:buSzPts val="1300"/>
              <a:buNone/>
              <a:defRPr/>
            </a:lvl7pPr>
            <a:lvl8pPr lvl="7">
              <a:spcBef>
                <a:spcPts val="0"/>
              </a:spcBef>
              <a:spcAft>
                <a:spcPts val="0"/>
              </a:spcAft>
              <a:buSzPts val="1300"/>
              <a:buNone/>
              <a:defRPr/>
            </a:lvl8pPr>
            <a:lvl9pPr lvl="8">
              <a:spcBef>
                <a:spcPts val="0"/>
              </a:spcBef>
              <a:spcAft>
                <a:spcPts val="0"/>
              </a:spcAft>
              <a:buSzPts val="1300"/>
              <a:buNone/>
              <a:defRPr/>
            </a:lvl9pPr>
          </a:lstStyle>
          <a:p/>
        </p:txBody>
      </p:sp>
      <p:sp>
        <p:nvSpPr>
          <p:cNvPr id="172" name="Google Shape;172;p31"/>
          <p:cNvSpPr txBox="1"/>
          <p:nvPr>
            <p:ph idx="1" type="body"/>
          </p:nvPr>
        </p:nvSpPr>
        <p:spPr>
          <a:xfrm rot="5400000">
            <a:off x="472392" y="202945"/>
            <a:ext cx="5431491" cy="5535448"/>
          </a:xfrm>
          <a:prstGeom prst="rect">
            <a:avLst/>
          </a:prstGeom>
          <a:noFill/>
          <a:ln>
            <a:noFill/>
          </a:ln>
        </p:spPr>
        <p:txBody>
          <a:bodyPr anchorCtr="0" anchor="t" bIns="42150" lIns="84325" spcFirstLastPara="1" rIns="84325" wrap="square" tIns="42150">
            <a:normAutofit/>
          </a:bodyPr>
          <a:lstStyle>
            <a:lvl1pPr indent="-336550" lvl="0" marL="457200" algn="l">
              <a:spcBef>
                <a:spcPts val="300"/>
              </a:spcBef>
              <a:spcAft>
                <a:spcPts val="0"/>
              </a:spcAft>
              <a:buClr>
                <a:schemeClr val="dk1"/>
              </a:buClr>
              <a:buSzPts val="1700"/>
              <a:buChar char="•"/>
              <a:defRPr/>
            </a:lvl1pPr>
            <a:lvl2pPr indent="-336550" lvl="1" marL="914400" algn="l">
              <a:spcBef>
                <a:spcPts val="300"/>
              </a:spcBef>
              <a:spcAft>
                <a:spcPts val="0"/>
              </a:spcAft>
              <a:buClr>
                <a:schemeClr val="dk1"/>
              </a:buClr>
              <a:buSzPts val="1700"/>
              <a:buChar char="–"/>
              <a:defRPr/>
            </a:lvl2pPr>
            <a:lvl3pPr indent="-336550" lvl="2" marL="1371600" algn="l">
              <a:spcBef>
                <a:spcPts val="300"/>
              </a:spcBef>
              <a:spcAft>
                <a:spcPts val="0"/>
              </a:spcAft>
              <a:buClr>
                <a:schemeClr val="dk1"/>
              </a:buClr>
              <a:buSzPts val="1700"/>
              <a:buChar char="•"/>
              <a:defRPr/>
            </a:lvl3pPr>
            <a:lvl4pPr indent="-336550" lvl="3" marL="1828800" algn="l">
              <a:spcBef>
                <a:spcPts val="300"/>
              </a:spcBef>
              <a:spcAft>
                <a:spcPts val="0"/>
              </a:spcAft>
              <a:buClr>
                <a:schemeClr val="dk1"/>
              </a:buClr>
              <a:buSzPts val="1700"/>
              <a:buChar char="–"/>
              <a:defRPr/>
            </a:lvl4pPr>
            <a:lvl5pPr indent="-336550" lvl="4" marL="2286000" algn="l">
              <a:spcBef>
                <a:spcPts val="300"/>
              </a:spcBef>
              <a:spcAft>
                <a:spcPts val="0"/>
              </a:spcAft>
              <a:buClr>
                <a:schemeClr val="dk1"/>
              </a:buClr>
              <a:buSzPts val="1700"/>
              <a:buChar char="»"/>
              <a:defRPr/>
            </a:lvl5pPr>
            <a:lvl6pPr indent="-336550" lvl="5" marL="2743200" algn="l">
              <a:spcBef>
                <a:spcPts val="300"/>
              </a:spcBef>
              <a:spcAft>
                <a:spcPts val="0"/>
              </a:spcAft>
              <a:buClr>
                <a:schemeClr val="dk1"/>
              </a:buClr>
              <a:buSzPts val="1700"/>
              <a:buChar char="•"/>
              <a:defRPr/>
            </a:lvl6pPr>
            <a:lvl7pPr indent="-336550" lvl="6" marL="3200400" algn="l">
              <a:spcBef>
                <a:spcPts val="300"/>
              </a:spcBef>
              <a:spcAft>
                <a:spcPts val="0"/>
              </a:spcAft>
              <a:buClr>
                <a:schemeClr val="dk1"/>
              </a:buClr>
              <a:buSzPts val="1700"/>
              <a:buChar char="•"/>
              <a:defRPr/>
            </a:lvl7pPr>
            <a:lvl8pPr indent="-336550" lvl="7" marL="3657600" algn="l">
              <a:spcBef>
                <a:spcPts val="300"/>
              </a:spcBef>
              <a:spcAft>
                <a:spcPts val="0"/>
              </a:spcAft>
              <a:buClr>
                <a:schemeClr val="dk1"/>
              </a:buClr>
              <a:buSzPts val="1700"/>
              <a:buChar char="•"/>
              <a:defRPr/>
            </a:lvl8pPr>
            <a:lvl9pPr indent="-336550" lvl="8" marL="4114800" algn="l">
              <a:spcBef>
                <a:spcPts val="300"/>
              </a:spcBef>
              <a:spcAft>
                <a:spcPts val="0"/>
              </a:spcAft>
              <a:buClr>
                <a:schemeClr val="dk1"/>
              </a:buClr>
              <a:buSzPts val="1700"/>
              <a:buChar char="•"/>
              <a:defRPr/>
            </a:lvl9pPr>
          </a:lstStyle>
          <a:p/>
        </p:txBody>
      </p:sp>
      <p:sp>
        <p:nvSpPr>
          <p:cNvPr id="173" name="Google Shape;173;p31"/>
          <p:cNvSpPr txBox="1"/>
          <p:nvPr>
            <p:ph idx="10" type="dt"/>
          </p:nvPr>
        </p:nvSpPr>
        <p:spPr>
          <a:xfrm>
            <a:off x="420414" y="5900079"/>
            <a:ext cx="1961931" cy="338916"/>
          </a:xfrm>
          <a:prstGeom prst="rect">
            <a:avLst/>
          </a:prstGeom>
          <a:noFill/>
          <a:ln>
            <a:noFill/>
          </a:ln>
        </p:spPr>
        <p:txBody>
          <a:bodyPr anchorCtr="0" anchor="ctr" bIns="42150" lIns="84325" spcFirstLastPara="1" rIns="84325" wrap="square" tIns="42150">
            <a:noAutofit/>
          </a:bodyPr>
          <a:lstStyle>
            <a:lvl1pPr lvl="0" algn="l">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74" name="Google Shape;174;p31"/>
          <p:cNvSpPr txBox="1"/>
          <p:nvPr>
            <p:ph idx="11" type="ftr"/>
          </p:nvPr>
        </p:nvSpPr>
        <p:spPr>
          <a:xfrm>
            <a:off x="2872828" y="5900079"/>
            <a:ext cx="2662621" cy="338916"/>
          </a:xfrm>
          <a:prstGeom prst="rect">
            <a:avLst/>
          </a:prstGeom>
          <a:noFill/>
          <a:ln>
            <a:noFill/>
          </a:ln>
        </p:spPr>
        <p:txBody>
          <a:bodyPr anchorCtr="0" anchor="ctr" bIns="42150" lIns="84325" spcFirstLastPara="1" rIns="84325" wrap="square" tIns="42150">
            <a:noAutofit/>
          </a:bodyPr>
          <a:lstStyle>
            <a:lvl1pPr lvl="0" algn="ctr">
              <a:spcBef>
                <a:spcPts val="0"/>
              </a:spcBef>
              <a:spcAft>
                <a:spcPts val="0"/>
              </a:spcAft>
              <a:buSzPts val="1300"/>
              <a:buNone/>
              <a:defRPr/>
            </a:lvl1pPr>
            <a:lvl2pPr lvl="1" algn="l">
              <a:spcBef>
                <a:spcPts val="0"/>
              </a:spcBef>
              <a:spcAft>
                <a:spcPts val="0"/>
              </a:spcAft>
              <a:buSzPts val="1300"/>
              <a:buNone/>
              <a:defRPr/>
            </a:lvl2pPr>
            <a:lvl3pPr lvl="2" algn="l">
              <a:spcBef>
                <a:spcPts val="0"/>
              </a:spcBef>
              <a:spcAft>
                <a:spcPts val="0"/>
              </a:spcAft>
              <a:buSzPts val="1300"/>
              <a:buNone/>
              <a:defRPr/>
            </a:lvl3pPr>
            <a:lvl4pPr lvl="3" algn="l">
              <a:spcBef>
                <a:spcPts val="0"/>
              </a:spcBef>
              <a:spcAft>
                <a:spcPts val="0"/>
              </a:spcAft>
              <a:buSzPts val="1300"/>
              <a:buNone/>
              <a:defRPr/>
            </a:lvl4pPr>
            <a:lvl5pPr lvl="4" algn="l">
              <a:spcBef>
                <a:spcPts val="0"/>
              </a:spcBef>
              <a:spcAft>
                <a:spcPts val="0"/>
              </a:spcAft>
              <a:buSzPts val="1300"/>
              <a:buNone/>
              <a:defRPr/>
            </a:lvl5pPr>
            <a:lvl6pPr lvl="5" algn="l">
              <a:spcBef>
                <a:spcPts val="0"/>
              </a:spcBef>
              <a:spcAft>
                <a:spcPts val="0"/>
              </a:spcAft>
              <a:buSzPts val="1300"/>
              <a:buNone/>
              <a:defRPr/>
            </a:lvl6pPr>
            <a:lvl7pPr lvl="6" algn="l">
              <a:spcBef>
                <a:spcPts val="0"/>
              </a:spcBef>
              <a:spcAft>
                <a:spcPts val="0"/>
              </a:spcAft>
              <a:buSzPts val="1300"/>
              <a:buNone/>
              <a:defRPr/>
            </a:lvl7pPr>
            <a:lvl8pPr lvl="7" algn="l">
              <a:spcBef>
                <a:spcPts val="0"/>
              </a:spcBef>
              <a:spcAft>
                <a:spcPts val="0"/>
              </a:spcAft>
              <a:buSzPts val="1300"/>
              <a:buNone/>
              <a:defRPr/>
            </a:lvl8pPr>
            <a:lvl9pPr lvl="8" algn="l">
              <a:spcBef>
                <a:spcPts val="0"/>
              </a:spcBef>
              <a:spcAft>
                <a:spcPts val="0"/>
              </a:spcAft>
              <a:buSzPts val="1300"/>
              <a:buNone/>
              <a:defRPr/>
            </a:lvl9pPr>
          </a:lstStyle>
          <a:p/>
        </p:txBody>
      </p:sp>
      <p:sp>
        <p:nvSpPr>
          <p:cNvPr id="175" name="Google Shape;175;p31"/>
          <p:cNvSpPr txBox="1"/>
          <p:nvPr>
            <p:ph idx="12" type="sldNum"/>
          </p:nvPr>
        </p:nvSpPr>
        <p:spPr>
          <a:xfrm>
            <a:off x="6025931" y="5900079"/>
            <a:ext cx="1961931" cy="338916"/>
          </a:xfrm>
          <a:prstGeom prst="rect">
            <a:avLst/>
          </a:prstGeom>
          <a:noFill/>
          <a:ln>
            <a:noFill/>
          </a:ln>
        </p:spPr>
        <p:txBody>
          <a:bodyPr anchorCtr="0" anchor="ctr" bIns="42150" lIns="84325" spcFirstLastPara="1" rIns="84325" wrap="square" tIns="421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11" Type="http://schemas.openxmlformats.org/officeDocument/2006/relationships/slideLayout" Target="../slideLayouts/slideLayout17.xml"/><Relationship Id="rId10" Type="http://schemas.openxmlformats.org/officeDocument/2006/relationships/slideLayout" Target="../slideLayouts/slideLayout16.xml"/><Relationship Id="rId12" Type="http://schemas.openxmlformats.org/officeDocument/2006/relationships/theme" Target="../theme/theme2.xml"/><Relationship Id="rId9" Type="http://schemas.openxmlformats.org/officeDocument/2006/relationships/slideLayout" Target="../slideLayouts/slideLayout15.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11" Type="http://schemas.openxmlformats.org/officeDocument/2006/relationships/slideLayout" Target="../slideLayouts/slideLayout28.xml"/><Relationship Id="rId10" Type="http://schemas.openxmlformats.org/officeDocument/2006/relationships/slideLayout" Target="../slideLayouts/slideLayout27.xml"/><Relationship Id="rId12" Type="http://schemas.openxmlformats.org/officeDocument/2006/relationships/theme" Target="../theme/theme3.xml"/><Relationship Id="rId9" Type="http://schemas.openxmlformats.org/officeDocument/2006/relationships/slideLayout" Target="../slideLayouts/slideLayout26.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 name="Shape 26"/>
        <p:cNvGrpSpPr/>
        <p:nvPr/>
      </p:nvGrpSpPr>
      <p:grpSpPr>
        <a:xfrm>
          <a:off x="0" y="0"/>
          <a:ext cx="0" cy="0"/>
          <a:chOff x="0" y="0"/>
          <a:chExt cx="0" cy="0"/>
        </a:xfrm>
      </p:grpSpPr>
      <p:sp>
        <p:nvSpPr>
          <p:cNvPr id="27" name="Google Shape;27;p8"/>
          <p:cNvSpPr txBox="1"/>
          <p:nvPr>
            <p:ph type="title"/>
          </p:nvPr>
        </p:nvSpPr>
        <p:spPr>
          <a:xfrm>
            <a:off x="457212" y="274638"/>
            <a:ext cx="8229819"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8"/>
          <p:cNvSpPr txBox="1"/>
          <p:nvPr>
            <p:ph idx="1" type="body"/>
          </p:nvPr>
        </p:nvSpPr>
        <p:spPr>
          <a:xfrm>
            <a:off x="457212" y="1600200"/>
            <a:ext cx="8229819"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9" name="Google Shape;29;p8"/>
          <p:cNvSpPr txBox="1"/>
          <p:nvPr>
            <p:ph idx="10" type="dt"/>
          </p:nvPr>
        </p:nvSpPr>
        <p:spPr>
          <a:xfrm>
            <a:off x="457212" y="6356350"/>
            <a:ext cx="213365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8"/>
          <p:cNvSpPr txBox="1"/>
          <p:nvPr>
            <p:ph idx="11" type="ftr"/>
          </p:nvPr>
        </p:nvSpPr>
        <p:spPr>
          <a:xfrm>
            <a:off x="3124283" y="6356350"/>
            <a:ext cx="2895677"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8"/>
          <p:cNvSpPr txBox="1"/>
          <p:nvPr>
            <p:ph idx="12" type="sldNum"/>
          </p:nvPr>
        </p:nvSpPr>
        <p:spPr>
          <a:xfrm>
            <a:off x="6553375" y="6356350"/>
            <a:ext cx="213365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 name="Shape 101"/>
        <p:cNvGrpSpPr/>
        <p:nvPr/>
      </p:nvGrpSpPr>
      <p:grpSpPr>
        <a:xfrm>
          <a:off x="0" y="0"/>
          <a:ext cx="0" cy="0"/>
          <a:chOff x="0" y="0"/>
          <a:chExt cx="0" cy="0"/>
        </a:xfrm>
      </p:grpSpPr>
      <p:sp>
        <p:nvSpPr>
          <p:cNvPr id="102" name="Google Shape;102;p20"/>
          <p:cNvSpPr txBox="1"/>
          <p:nvPr>
            <p:ph type="title"/>
          </p:nvPr>
        </p:nvSpPr>
        <p:spPr>
          <a:xfrm>
            <a:off x="420414" y="254924"/>
            <a:ext cx="7567448" cy="1060953"/>
          </a:xfrm>
          <a:prstGeom prst="rect">
            <a:avLst/>
          </a:prstGeom>
          <a:noFill/>
          <a:ln>
            <a:noFill/>
          </a:ln>
        </p:spPr>
        <p:txBody>
          <a:bodyPr anchorCtr="0" anchor="ctr" bIns="42150" lIns="84325" spcFirstLastPara="1" rIns="84325" wrap="square" tIns="42150">
            <a:normAutofit/>
          </a:bodyPr>
          <a:lstStyle>
            <a:lvl1pPr lvl="0" marR="0" rtl="0" algn="ctr">
              <a:spcBef>
                <a:spcPts val="0"/>
              </a:spcBef>
              <a:spcAft>
                <a:spcPts val="0"/>
              </a:spcAft>
              <a:buClr>
                <a:schemeClr val="dk1"/>
              </a:buClr>
              <a:buSzPts val="4100"/>
              <a:buFont typeface="Calibri"/>
              <a:buNone/>
              <a:defRPr b="0" i="0" sz="4100" u="none" cap="none" strike="noStrike">
                <a:solidFill>
                  <a:schemeClr val="dk1"/>
                </a:solidFill>
                <a:latin typeface="Calibri"/>
                <a:ea typeface="Calibri"/>
                <a:cs typeface="Calibri"/>
                <a:sym typeface="Calibri"/>
              </a:defRPr>
            </a:lvl1pPr>
            <a:lvl2pPr lvl="1">
              <a:spcBef>
                <a:spcPts val="0"/>
              </a:spcBef>
              <a:spcAft>
                <a:spcPts val="0"/>
              </a:spcAft>
              <a:buSzPts val="1300"/>
              <a:buNone/>
              <a:defRPr sz="1700"/>
            </a:lvl2pPr>
            <a:lvl3pPr lvl="2">
              <a:spcBef>
                <a:spcPts val="0"/>
              </a:spcBef>
              <a:spcAft>
                <a:spcPts val="0"/>
              </a:spcAft>
              <a:buSzPts val="1300"/>
              <a:buNone/>
              <a:defRPr sz="1700"/>
            </a:lvl3pPr>
            <a:lvl4pPr lvl="3">
              <a:spcBef>
                <a:spcPts val="0"/>
              </a:spcBef>
              <a:spcAft>
                <a:spcPts val="0"/>
              </a:spcAft>
              <a:buSzPts val="1300"/>
              <a:buNone/>
              <a:defRPr sz="1700"/>
            </a:lvl4pPr>
            <a:lvl5pPr lvl="4">
              <a:spcBef>
                <a:spcPts val="0"/>
              </a:spcBef>
              <a:spcAft>
                <a:spcPts val="0"/>
              </a:spcAft>
              <a:buSzPts val="1300"/>
              <a:buNone/>
              <a:defRPr sz="1700"/>
            </a:lvl5pPr>
            <a:lvl6pPr lvl="5">
              <a:spcBef>
                <a:spcPts val="0"/>
              </a:spcBef>
              <a:spcAft>
                <a:spcPts val="0"/>
              </a:spcAft>
              <a:buSzPts val="1300"/>
              <a:buNone/>
              <a:defRPr sz="1700"/>
            </a:lvl6pPr>
            <a:lvl7pPr lvl="6">
              <a:spcBef>
                <a:spcPts val="0"/>
              </a:spcBef>
              <a:spcAft>
                <a:spcPts val="0"/>
              </a:spcAft>
              <a:buSzPts val="1300"/>
              <a:buNone/>
              <a:defRPr sz="1700"/>
            </a:lvl7pPr>
            <a:lvl8pPr lvl="7">
              <a:spcBef>
                <a:spcPts val="0"/>
              </a:spcBef>
              <a:spcAft>
                <a:spcPts val="0"/>
              </a:spcAft>
              <a:buSzPts val="1300"/>
              <a:buNone/>
              <a:defRPr sz="1700"/>
            </a:lvl8pPr>
            <a:lvl9pPr lvl="8">
              <a:spcBef>
                <a:spcPts val="0"/>
              </a:spcBef>
              <a:spcAft>
                <a:spcPts val="0"/>
              </a:spcAft>
              <a:buSzPts val="1300"/>
              <a:buNone/>
              <a:defRPr sz="1700"/>
            </a:lvl9pPr>
          </a:lstStyle>
          <a:p/>
        </p:txBody>
      </p:sp>
      <p:sp>
        <p:nvSpPr>
          <p:cNvPr id="103" name="Google Shape;103;p20"/>
          <p:cNvSpPr txBox="1"/>
          <p:nvPr>
            <p:ph idx="1" type="body"/>
          </p:nvPr>
        </p:nvSpPr>
        <p:spPr>
          <a:xfrm>
            <a:off x="420414" y="1485335"/>
            <a:ext cx="7567448" cy="4201081"/>
          </a:xfrm>
          <a:prstGeom prst="rect">
            <a:avLst/>
          </a:prstGeom>
          <a:noFill/>
          <a:ln>
            <a:noFill/>
          </a:ln>
        </p:spPr>
        <p:txBody>
          <a:bodyPr anchorCtr="0" anchor="t" bIns="42150" lIns="84325" spcFirstLastPara="1" rIns="84325" wrap="square" tIns="42150">
            <a:normAutofit/>
          </a:bodyPr>
          <a:lstStyle>
            <a:lvl1pPr indent="-419100" lvl="0" marL="457200" marR="0" rtl="0" algn="l">
              <a:spcBef>
                <a:spcPts val="600"/>
              </a:spcBef>
              <a:spcAft>
                <a:spcPts val="0"/>
              </a:spcAft>
              <a:buClr>
                <a:schemeClr val="dk1"/>
              </a:buClr>
              <a:buSzPts val="3000"/>
              <a:buFont typeface="Arial"/>
              <a:buChar char="•"/>
              <a:defRPr b="0" i="0" sz="3000" u="none" cap="none" strike="noStrike">
                <a:solidFill>
                  <a:schemeClr val="dk1"/>
                </a:solidFill>
                <a:latin typeface="Calibri"/>
                <a:ea typeface="Calibri"/>
                <a:cs typeface="Calibri"/>
                <a:sym typeface="Calibri"/>
              </a:defRPr>
            </a:lvl1pPr>
            <a:lvl2pPr indent="-393700" lvl="1" marL="914400" marR="0" rtl="0" algn="l">
              <a:spcBef>
                <a:spcPts val="500"/>
              </a:spcBef>
              <a:spcAft>
                <a:spcPts val="0"/>
              </a:spcAft>
              <a:buClr>
                <a:schemeClr val="dk1"/>
              </a:buClr>
              <a:buSzPts val="2600"/>
              <a:buFont typeface="Arial"/>
              <a:buChar char="–"/>
              <a:defRPr b="0" i="0" sz="2600" u="none" cap="none" strike="noStrike">
                <a:solidFill>
                  <a:schemeClr val="dk1"/>
                </a:solidFill>
                <a:latin typeface="Calibri"/>
                <a:ea typeface="Calibri"/>
                <a:cs typeface="Calibri"/>
                <a:sym typeface="Calibri"/>
              </a:defRPr>
            </a:lvl2pPr>
            <a:lvl3pPr indent="-368300" lvl="2" marL="1371600" marR="0" rtl="0" algn="l">
              <a:spcBef>
                <a:spcPts val="40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3pPr>
            <a:lvl4pPr indent="-342900" lvl="3" marL="18288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20"/>
          <p:cNvSpPr txBox="1"/>
          <p:nvPr>
            <p:ph idx="10" type="dt"/>
          </p:nvPr>
        </p:nvSpPr>
        <p:spPr>
          <a:xfrm>
            <a:off x="420414" y="5900079"/>
            <a:ext cx="1961931" cy="338916"/>
          </a:xfrm>
          <a:prstGeom prst="rect">
            <a:avLst/>
          </a:prstGeom>
          <a:noFill/>
          <a:ln>
            <a:noFill/>
          </a:ln>
        </p:spPr>
        <p:txBody>
          <a:bodyPr anchorCtr="0" anchor="ctr" bIns="42150" lIns="84325" spcFirstLastPara="1" rIns="84325" wrap="square" tIns="42150">
            <a:noAutofit/>
          </a:bodyPr>
          <a:lstStyle>
            <a:lvl1pPr lvl="0" marR="0" rtl="0" algn="l">
              <a:spcBef>
                <a:spcPts val="0"/>
              </a:spcBef>
              <a:spcAft>
                <a:spcPts val="0"/>
              </a:spcAft>
              <a:buSzPts val="1300"/>
              <a:buNone/>
              <a:defRPr b="0" i="0" sz="1100" u="none" cap="none" strike="noStrike">
                <a:solidFill>
                  <a:srgbClr val="888888"/>
                </a:solidFill>
                <a:latin typeface="Calibri"/>
                <a:ea typeface="Calibri"/>
                <a:cs typeface="Calibri"/>
                <a:sym typeface="Calibri"/>
              </a:defRPr>
            </a:lvl1pPr>
            <a:lvl2pPr lvl="1" marR="0" rtl="0" algn="l">
              <a:spcBef>
                <a:spcPts val="0"/>
              </a:spcBef>
              <a:spcAft>
                <a:spcPts val="0"/>
              </a:spcAft>
              <a:buSzPts val="1300"/>
              <a:buNone/>
              <a:defRPr b="0" i="0" sz="1700" u="none" cap="none" strike="noStrike">
                <a:solidFill>
                  <a:schemeClr val="dk1"/>
                </a:solidFill>
                <a:latin typeface="Calibri"/>
                <a:ea typeface="Calibri"/>
                <a:cs typeface="Calibri"/>
                <a:sym typeface="Calibri"/>
              </a:defRPr>
            </a:lvl2pPr>
            <a:lvl3pPr lvl="2" marR="0" rtl="0" algn="l">
              <a:spcBef>
                <a:spcPts val="0"/>
              </a:spcBef>
              <a:spcAft>
                <a:spcPts val="0"/>
              </a:spcAft>
              <a:buSzPts val="1300"/>
              <a:buNone/>
              <a:defRPr b="0" i="0" sz="1700" u="none" cap="none" strike="noStrike">
                <a:solidFill>
                  <a:schemeClr val="dk1"/>
                </a:solidFill>
                <a:latin typeface="Calibri"/>
                <a:ea typeface="Calibri"/>
                <a:cs typeface="Calibri"/>
                <a:sym typeface="Calibri"/>
              </a:defRPr>
            </a:lvl3pPr>
            <a:lvl4pPr lvl="3" marR="0" rtl="0" algn="l">
              <a:spcBef>
                <a:spcPts val="0"/>
              </a:spcBef>
              <a:spcAft>
                <a:spcPts val="0"/>
              </a:spcAft>
              <a:buSzPts val="1300"/>
              <a:buNone/>
              <a:defRPr b="0" i="0" sz="1700" u="none" cap="none" strike="noStrike">
                <a:solidFill>
                  <a:schemeClr val="dk1"/>
                </a:solidFill>
                <a:latin typeface="Calibri"/>
                <a:ea typeface="Calibri"/>
                <a:cs typeface="Calibri"/>
                <a:sym typeface="Calibri"/>
              </a:defRPr>
            </a:lvl4pPr>
            <a:lvl5pPr lvl="4" marR="0" rtl="0" algn="l">
              <a:spcBef>
                <a:spcPts val="0"/>
              </a:spcBef>
              <a:spcAft>
                <a:spcPts val="0"/>
              </a:spcAft>
              <a:buSzPts val="1300"/>
              <a:buNone/>
              <a:defRPr b="0" i="0" sz="1700" u="none" cap="none" strike="noStrike">
                <a:solidFill>
                  <a:schemeClr val="dk1"/>
                </a:solidFill>
                <a:latin typeface="Calibri"/>
                <a:ea typeface="Calibri"/>
                <a:cs typeface="Calibri"/>
                <a:sym typeface="Calibri"/>
              </a:defRPr>
            </a:lvl5pPr>
            <a:lvl6pPr lvl="5" marR="0" rtl="0" algn="l">
              <a:spcBef>
                <a:spcPts val="0"/>
              </a:spcBef>
              <a:spcAft>
                <a:spcPts val="0"/>
              </a:spcAft>
              <a:buSzPts val="1300"/>
              <a:buNone/>
              <a:defRPr b="0" i="0" sz="1700" u="none" cap="none" strike="noStrike">
                <a:solidFill>
                  <a:schemeClr val="dk1"/>
                </a:solidFill>
                <a:latin typeface="Calibri"/>
                <a:ea typeface="Calibri"/>
                <a:cs typeface="Calibri"/>
                <a:sym typeface="Calibri"/>
              </a:defRPr>
            </a:lvl6pPr>
            <a:lvl7pPr lvl="6" marR="0" rtl="0" algn="l">
              <a:spcBef>
                <a:spcPts val="0"/>
              </a:spcBef>
              <a:spcAft>
                <a:spcPts val="0"/>
              </a:spcAft>
              <a:buSzPts val="1300"/>
              <a:buNone/>
              <a:defRPr b="0" i="0" sz="1700" u="none" cap="none" strike="noStrike">
                <a:solidFill>
                  <a:schemeClr val="dk1"/>
                </a:solidFill>
                <a:latin typeface="Calibri"/>
                <a:ea typeface="Calibri"/>
                <a:cs typeface="Calibri"/>
                <a:sym typeface="Calibri"/>
              </a:defRPr>
            </a:lvl7pPr>
            <a:lvl8pPr lvl="7" marR="0" rtl="0" algn="l">
              <a:spcBef>
                <a:spcPts val="0"/>
              </a:spcBef>
              <a:spcAft>
                <a:spcPts val="0"/>
              </a:spcAft>
              <a:buSzPts val="1300"/>
              <a:buNone/>
              <a:defRPr b="0" i="0" sz="1700" u="none" cap="none" strike="noStrike">
                <a:solidFill>
                  <a:schemeClr val="dk1"/>
                </a:solidFill>
                <a:latin typeface="Calibri"/>
                <a:ea typeface="Calibri"/>
                <a:cs typeface="Calibri"/>
                <a:sym typeface="Calibri"/>
              </a:defRPr>
            </a:lvl8pPr>
            <a:lvl9pPr lvl="8" marR="0" rtl="0" algn="l">
              <a:spcBef>
                <a:spcPts val="0"/>
              </a:spcBef>
              <a:spcAft>
                <a:spcPts val="0"/>
              </a:spcAft>
              <a:buSzPts val="1300"/>
              <a:buNone/>
              <a:defRPr b="0" i="0" sz="1700" u="none" cap="none" strike="noStrike">
                <a:solidFill>
                  <a:schemeClr val="dk1"/>
                </a:solidFill>
                <a:latin typeface="Calibri"/>
                <a:ea typeface="Calibri"/>
                <a:cs typeface="Calibri"/>
                <a:sym typeface="Calibri"/>
              </a:defRPr>
            </a:lvl9pPr>
          </a:lstStyle>
          <a:p/>
        </p:txBody>
      </p:sp>
      <p:sp>
        <p:nvSpPr>
          <p:cNvPr id="105" name="Google Shape;105;p20"/>
          <p:cNvSpPr txBox="1"/>
          <p:nvPr>
            <p:ph idx="11" type="ftr"/>
          </p:nvPr>
        </p:nvSpPr>
        <p:spPr>
          <a:xfrm>
            <a:off x="2872828" y="5900079"/>
            <a:ext cx="2662621" cy="338916"/>
          </a:xfrm>
          <a:prstGeom prst="rect">
            <a:avLst/>
          </a:prstGeom>
          <a:noFill/>
          <a:ln>
            <a:noFill/>
          </a:ln>
        </p:spPr>
        <p:txBody>
          <a:bodyPr anchorCtr="0" anchor="ctr" bIns="42150" lIns="84325" spcFirstLastPara="1" rIns="84325" wrap="square" tIns="42150">
            <a:noAutofit/>
          </a:bodyPr>
          <a:lstStyle>
            <a:lvl1pPr lvl="0" marR="0" rtl="0" algn="ctr">
              <a:spcBef>
                <a:spcPts val="0"/>
              </a:spcBef>
              <a:spcAft>
                <a:spcPts val="0"/>
              </a:spcAft>
              <a:buSzPts val="1300"/>
              <a:buNone/>
              <a:defRPr b="0" i="0" sz="1100" u="none" cap="none" strike="noStrike">
                <a:solidFill>
                  <a:srgbClr val="888888"/>
                </a:solidFill>
                <a:latin typeface="Calibri"/>
                <a:ea typeface="Calibri"/>
                <a:cs typeface="Calibri"/>
                <a:sym typeface="Calibri"/>
              </a:defRPr>
            </a:lvl1pPr>
            <a:lvl2pPr lvl="1" marR="0" rtl="0" algn="l">
              <a:spcBef>
                <a:spcPts val="0"/>
              </a:spcBef>
              <a:spcAft>
                <a:spcPts val="0"/>
              </a:spcAft>
              <a:buSzPts val="1300"/>
              <a:buNone/>
              <a:defRPr b="0" i="0" sz="1700" u="none" cap="none" strike="noStrike">
                <a:solidFill>
                  <a:schemeClr val="dk1"/>
                </a:solidFill>
                <a:latin typeface="Calibri"/>
                <a:ea typeface="Calibri"/>
                <a:cs typeface="Calibri"/>
                <a:sym typeface="Calibri"/>
              </a:defRPr>
            </a:lvl2pPr>
            <a:lvl3pPr lvl="2" marR="0" rtl="0" algn="l">
              <a:spcBef>
                <a:spcPts val="0"/>
              </a:spcBef>
              <a:spcAft>
                <a:spcPts val="0"/>
              </a:spcAft>
              <a:buSzPts val="1300"/>
              <a:buNone/>
              <a:defRPr b="0" i="0" sz="1700" u="none" cap="none" strike="noStrike">
                <a:solidFill>
                  <a:schemeClr val="dk1"/>
                </a:solidFill>
                <a:latin typeface="Calibri"/>
                <a:ea typeface="Calibri"/>
                <a:cs typeface="Calibri"/>
                <a:sym typeface="Calibri"/>
              </a:defRPr>
            </a:lvl3pPr>
            <a:lvl4pPr lvl="3" marR="0" rtl="0" algn="l">
              <a:spcBef>
                <a:spcPts val="0"/>
              </a:spcBef>
              <a:spcAft>
                <a:spcPts val="0"/>
              </a:spcAft>
              <a:buSzPts val="1300"/>
              <a:buNone/>
              <a:defRPr b="0" i="0" sz="1700" u="none" cap="none" strike="noStrike">
                <a:solidFill>
                  <a:schemeClr val="dk1"/>
                </a:solidFill>
                <a:latin typeface="Calibri"/>
                <a:ea typeface="Calibri"/>
                <a:cs typeface="Calibri"/>
                <a:sym typeface="Calibri"/>
              </a:defRPr>
            </a:lvl4pPr>
            <a:lvl5pPr lvl="4" marR="0" rtl="0" algn="l">
              <a:spcBef>
                <a:spcPts val="0"/>
              </a:spcBef>
              <a:spcAft>
                <a:spcPts val="0"/>
              </a:spcAft>
              <a:buSzPts val="1300"/>
              <a:buNone/>
              <a:defRPr b="0" i="0" sz="1700" u="none" cap="none" strike="noStrike">
                <a:solidFill>
                  <a:schemeClr val="dk1"/>
                </a:solidFill>
                <a:latin typeface="Calibri"/>
                <a:ea typeface="Calibri"/>
                <a:cs typeface="Calibri"/>
                <a:sym typeface="Calibri"/>
              </a:defRPr>
            </a:lvl5pPr>
            <a:lvl6pPr lvl="5" marR="0" rtl="0" algn="l">
              <a:spcBef>
                <a:spcPts val="0"/>
              </a:spcBef>
              <a:spcAft>
                <a:spcPts val="0"/>
              </a:spcAft>
              <a:buSzPts val="1300"/>
              <a:buNone/>
              <a:defRPr b="0" i="0" sz="1700" u="none" cap="none" strike="noStrike">
                <a:solidFill>
                  <a:schemeClr val="dk1"/>
                </a:solidFill>
                <a:latin typeface="Calibri"/>
                <a:ea typeface="Calibri"/>
                <a:cs typeface="Calibri"/>
                <a:sym typeface="Calibri"/>
              </a:defRPr>
            </a:lvl6pPr>
            <a:lvl7pPr lvl="6" marR="0" rtl="0" algn="l">
              <a:spcBef>
                <a:spcPts val="0"/>
              </a:spcBef>
              <a:spcAft>
                <a:spcPts val="0"/>
              </a:spcAft>
              <a:buSzPts val="1300"/>
              <a:buNone/>
              <a:defRPr b="0" i="0" sz="1700" u="none" cap="none" strike="noStrike">
                <a:solidFill>
                  <a:schemeClr val="dk1"/>
                </a:solidFill>
                <a:latin typeface="Calibri"/>
                <a:ea typeface="Calibri"/>
                <a:cs typeface="Calibri"/>
                <a:sym typeface="Calibri"/>
              </a:defRPr>
            </a:lvl7pPr>
            <a:lvl8pPr lvl="7" marR="0" rtl="0" algn="l">
              <a:spcBef>
                <a:spcPts val="0"/>
              </a:spcBef>
              <a:spcAft>
                <a:spcPts val="0"/>
              </a:spcAft>
              <a:buSzPts val="1300"/>
              <a:buNone/>
              <a:defRPr b="0" i="0" sz="1700" u="none" cap="none" strike="noStrike">
                <a:solidFill>
                  <a:schemeClr val="dk1"/>
                </a:solidFill>
                <a:latin typeface="Calibri"/>
                <a:ea typeface="Calibri"/>
                <a:cs typeface="Calibri"/>
                <a:sym typeface="Calibri"/>
              </a:defRPr>
            </a:lvl8pPr>
            <a:lvl9pPr lvl="8" marR="0" rtl="0" algn="l">
              <a:spcBef>
                <a:spcPts val="0"/>
              </a:spcBef>
              <a:spcAft>
                <a:spcPts val="0"/>
              </a:spcAft>
              <a:buSzPts val="1300"/>
              <a:buNone/>
              <a:defRPr b="0" i="0" sz="1700" u="none" cap="none" strike="noStrike">
                <a:solidFill>
                  <a:schemeClr val="dk1"/>
                </a:solidFill>
                <a:latin typeface="Calibri"/>
                <a:ea typeface="Calibri"/>
                <a:cs typeface="Calibri"/>
                <a:sym typeface="Calibri"/>
              </a:defRPr>
            </a:lvl9pPr>
          </a:lstStyle>
          <a:p/>
        </p:txBody>
      </p:sp>
      <p:sp>
        <p:nvSpPr>
          <p:cNvPr id="106" name="Google Shape;106;p20"/>
          <p:cNvSpPr txBox="1"/>
          <p:nvPr>
            <p:ph idx="12" type="sldNum"/>
          </p:nvPr>
        </p:nvSpPr>
        <p:spPr>
          <a:xfrm>
            <a:off x="6025931" y="5900079"/>
            <a:ext cx="1961931" cy="338916"/>
          </a:xfrm>
          <a:prstGeom prst="rect">
            <a:avLst/>
          </a:prstGeom>
          <a:noFill/>
          <a:ln>
            <a:noFill/>
          </a:ln>
        </p:spPr>
        <p:txBody>
          <a:bodyPr anchorCtr="0" anchor="ctr" bIns="42150" lIns="84325" spcFirstLastPara="1" rIns="84325" wrap="square" tIns="42150">
            <a:noAutofit/>
          </a:bodyPr>
          <a:lstStyle>
            <a:lvl1pPr indent="0" lvl="0" marL="0" marR="0" rtl="0" algn="r">
              <a:spcBef>
                <a:spcPts val="0"/>
              </a:spcBef>
              <a:buNone/>
              <a:defRPr b="0" i="0" sz="1100" u="none" cap="none" strike="noStrike">
                <a:solidFill>
                  <a:srgbClr val="888888"/>
                </a:solidFill>
                <a:latin typeface="Calibri"/>
                <a:ea typeface="Calibri"/>
                <a:cs typeface="Calibri"/>
                <a:sym typeface="Calibri"/>
              </a:defRPr>
            </a:lvl1pPr>
            <a:lvl2pPr indent="0" lvl="1" marL="0" marR="0" rtl="0" algn="r">
              <a:spcBef>
                <a:spcPts val="0"/>
              </a:spcBef>
              <a:buNone/>
              <a:defRPr b="0" i="0" sz="1100" u="none" cap="none" strike="noStrike">
                <a:solidFill>
                  <a:srgbClr val="888888"/>
                </a:solidFill>
                <a:latin typeface="Calibri"/>
                <a:ea typeface="Calibri"/>
                <a:cs typeface="Calibri"/>
                <a:sym typeface="Calibri"/>
              </a:defRPr>
            </a:lvl2pPr>
            <a:lvl3pPr indent="0" lvl="2" marL="0" marR="0" rtl="0" algn="r">
              <a:spcBef>
                <a:spcPts val="0"/>
              </a:spcBef>
              <a:buNone/>
              <a:defRPr b="0" i="0" sz="1100" u="none" cap="none" strike="noStrike">
                <a:solidFill>
                  <a:srgbClr val="888888"/>
                </a:solidFill>
                <a:latin typeface="Calibri"/>
                <a:ea typeface="Calibri"/>
                <a:cs typeface="Calibri"/>
                <a:sym typeface="Calibri"/>
              </a:defRPr>
            </a:lvl3pPr>
            <a:lvl4pPr indent="0" lvl="3" marL="0" marR="0" rtl="0" algn="r">
              <a:spcBef>
                <a:spcPts val="0"/>
              </a:spcBef>
              <a:buNone/>
              <a:defRPr b="0" i="0" sz="1100" u="none" cap="none" strike="noStrike">
                <a:solidFill>
                  <a:srgbClr val="888888"/>
                </a:solidFill>
                <a:latin typeface="Calibri"/>
                <a:ea typeface="Calibri"/>
                <a:cs typeface="Calibri"/>
                <a:sym typeface="Calibri"/>
              </a:defRPr>
            </a:lvl4pPr>
            <a:lvl5pPr indent="0" lvl="4" marL="0" marR="0" rtl="0" algn="r">
              <a:spcBef>
                <a:spcPts val="0"/>
              </a:spcBef>
              <a:buNone/>
              <a:defRPr b="0" i="0" sz="1100" u="none" cap="none" strike="noStrike">
                <a:solidFill>
                  <a:srgbClr val="888888"/>
                </a:solidFill>
                <a:latin typeface="Calibri"/>
                <a:ea typeface="Calibri"/>
                <a:cs typeface="Calibri"/>
                <a:sym typeface="Calibri"/>
              </a:defRPr>
            </a:lvl5pPr>
            <a:lvl6pPr indent="0" lvl="5" marL="0" marR="0" rtl="0" algn="r">
              <a:spcBef>
                <a:spcPts val="0"/>
              </a:spcBef>
              <a:buNone/>
              <a:defRPr b="0" i="0" sz="1100" u="none" cap="none" strike="noStrike">
                <a:solidFill>
                  <a:srgbClr val="888888"/>
                </a:solidFill>
                <a:latin typeface="Calibri"/>
                <a:ea typeface="Calibri"/>
                <a:cs typeface="Calibri"/>
                <a:sym typeface="Calibri"/>
              </a:defRPr>
            </a:lvl6pPr>
            <a:lvl7pPr indent="0" lvl="6" marL="0" marR="0" rtl="0" algn="r">
              <a:spcBef>
                <a:spcPts val="0"/>
              </a:spcBef>
              <a:buNone/>
              <a:defRPr b="0" i="0" sz="1100" u="none" cap="none" strike="noStrike">
                <a:solidFill>
                  <a:srgbClr val="888888"/>
                </a:solidFill>
                <a:latin typeface="Calibri"/>
                <a:ea typeface="Calibri"/>
                <a:cs typeface="Calibri"/>
                <a:sym typeface="Calibri"/>
              </a:defRPr>
            </a:lvl7pPr>
            <a:lvl8pPr indent="0" lvl="7" marL="0" marR="0" rtl="0" algn="r">
              <a:spcBef>
                <a:spcPts val="0"/>
              </a:spcBef>
              <a:buNone/>
              <a:defRPr b="0" i="0" sz="1100" u="none" cap="none" strike="noStrike">
                <a:solidFill>
                  <a:srgbClr val="888888"/>
                </a:solidFill>
                <a:latin typeface="Calibri"/>
                <a:ea typeface="Calibri"/>
                <a:cs typeface="Calibri"/>
                <a:sym typeface="Calibri"/>
              </a:defRPr>
            </a:lvl8pPr>
            <a:lvl9pPr indent="0" lvl="8" marL="0" marR="0" rtl="0" algn="r">
              <a:spcBef>
                <a:spcPts val="0"/>
              </a:spcBef>
              <a:buNone/>
              <a:defRPr b="0" i="0" sz="11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2.png"/><Relationship Id="rId9" Type="http://schemas.openxmlformats.org/officeDocument/2006/relationships/image" Target="../media/image17.jp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3.png"/><Relationship Id="rId8"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4.png"/><Relationship Id="rId6"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7.png"/><Relationship Id="rId8"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CFF"/>
        </a:solidFill>
      </p:bgPr>
    </p:bg>
    <p:spTree>
      <p:nvGrpSpPr>
        <p:cNvPr id="180" name="Shape 180"/>
        <p:cNvGrpSpPr/>
        <p:nvPr/>
      </p:nvGrpSpPr>
      <p:grpSpPr>
        <a:xfrm>
          <a:off x="0" y="0"/>
          <a:ext cx="0" cy="0"/>
          <a:chOff x="0" y="0"/>
          <a:chExt cx="0" cy="0"/>
        </a:xfrm>
      </p:grpSpPr>
      <p:sp>
        <p:nvSpPr>
          <p:cNvPr id="181" name="Google Shape;181;p32"/>
          <p:cNvSpPr/>
          <p:nvPr/>
        </p:nvSpPr>
        <p:spPr>
          <a:xfrm>
            <a:off x="0" y="0"/>
            <a:ext cx="6191250" cy="6858000"/>
          </a:xfrm>
          <a:prstGeom prst="rect">
            <a:avLst/>
          </a:prstGeom>
          <a:solidFill>
            <a:srgbClr val="174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2"/>
          <p:cNvSpPr/>
          <p:nvPr/>
        </p:nvSpPr>
        <p:spPr>
          <a:xfrm>
            <a:off x="5905500" y="0"/>
            <a:ext cx="285750" cy="6858000"/>
          </a:xfrm>
          <a:prstGeom prst="rect">
            <a:avLst/>
          </a:prstGeom>
          <a:solidFill>
            <a:srgbClr val="785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32"/>
          <p:cNvPicPr preferRelativeResize="0"/>
          <p:nvPr/>
        </p:nvPicPr>
        <p:blipFill rotWithShape="1">
          <a:blip r:embed="rId3">
            <a:alphaModFix/>
          </a:blip>
          <a:srcRect b="0" l="15000" r="0" t="0"/>
          <a:stretch/>
        </p:blipFill>
        <p:spPr>
          <a:xfrm>
            <a:off x="6191250" y="0"/>
            <a:ext cx="6000750" cy="6858000"/>
          </a:xfrm>
          <a:prstGeom prst="rect">
            <a:avLst/>
          </a:prstGeom>
          <a:noFill/>
          <a:ln>
            <a:noFill/>
          </a:ln>
        </p:spPr>
      </p:pic>
      <p:sp>
        <p:nvSpPr>
          <p:cNvPr id="184" name="Google Shape;184;p32"/>
          <p:cNvSpPr/>
          <p:nvPr/>
        </p:nvSpPr>
        <p:spPr>
          <a:xfrm>
            <a:off x="704850" y="590550"/>
            <a:ext cx="49530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D9E2FF"/>
                </a:solidFill>
                <a:latin typeface="Arial"/>
                <a:ea typeface="Arial"/>
                <a:cs typeface="Arial"/>
                <a:sym typeface="Arial"/>
              </a:rPr>
              <a:t>VANDY HACKS  /  ORACLE CHALLENGE</a:t>
            </a:r>
            <a:endParaRPr/>
          </a:p>
        </p:txBody>
      </p:sp>
      <p:sp>
        <p:nvSpPr>
          <p:cNvPr id="185" name="Google Shape;185;p32"/>
          <p:cNvSpPr/>
          <p:nvPr/>
        </p:nvSpPr>
        <p:spPr>
          <a:xfrm>
            <a:off x="666750" y="1771650"/>
            <a:ext cx="5048250" cy="17621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5781">
                <a:solidFill>
                  <a:srgbClr val="FFFFFF"/>
                </a:solidFill>
                <a:latin typeface="Arial"/>
                <a:ea typeface="Arial"/>
                <a:cs typeface="Arial"/>
                <a:sym typeface="Arial"/>
              </a:rPr>
              <a:t>Not</a:t>
            </a:r>
            <a:endParaRPr/>
          </a:p>
          <a:p>
            <a:pPr indent="0" lvl="0" marL="0" marR="0" rtl="0" algn="l">
              <a:spcBef>
                <a:spcPts val="0"/>
              </a:spcBef>
              <a:spcAft>
                <a:spcPts val="0"/>
              </a:spcAft>
              <a:buNone/>
            </a:pPr>
            <a:r>
              <a:rPr b="1" i="0" lang="en-US" sz="5781">
                <a:solidFill>
                  <a:srgbClr val="FFFFFF"/>
                </a:solidFill>
                <a:latin typeface="Arial"/>
                <a:ea typeface="Arial"/>
                <a:cs typeface="Arial"/>
                <a:sym typeface="Arial"/>
              </a:rPr>
              <a:t>Wasted.</a:t>
            </a:r>
            <a:endParaRPr/>
          </a:p>
        </p:txBody>
      </p:sp>
      <p:sp>
        <p:nvSpPr>
          <p:cNvPr id="186" name="Google Shape;186;p32"/>
          <p:cNvSpPr/>
          <p:nvPr/>
        </p:nvSpPr>
        <p:spPr>
          <a:xfrm>
            <a:off x="723900" y="3829050"/>
            <a:ext cx="1066800" cy="66675"/>
          </a:xfrm>
          <a:prstGeom prst="rect">
            <a:avLst/>
          </a:prstGeom>
          <a:solidFill>
            <a:srgbClr val="F168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2"/>
          <p:cNvSpPr/>
          <p:nvPr/>
        </p:nvSpPr>
        <p:spPr>
          <a:xfrm>
            <a:off x="723900" y="4162425"/>
            <a:ext cx="4762500" cy="781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2325">
                <a:solidFill>
                  <a:srgbClr val="FFFFFF"/>
                </a:solidFill>
                <a:latin typeface="Arial"/>
                <a:ea typeface="Arial"/>
                <a:cs typeface="Arial"/>
                <a:sym typeface="Arial"/>
              </a:rPr>
              <a:t>Surplus saved.</a:t>
            </a:r>
            <a:endParaRPr/>
          </a:p>
          <a:p>
            <a:pPr indent="0" lvl="0" marL="0" marR="0" rtl="0" algn="l">
              <a:spcBef>
                <a:spcPts val="0"/>
              </a:spcBef>
              <a:spcAft>
                <a:spcPts val="0"/>
              </a:spcAft>
              <a:buNone/>
            </a:pPr>
            <a:r>
              <a:rPr b="1" i="0" lang="en-US" sz="2325">
                <a:solidFill>
                  <a:srgbClr val="FFFFFF"/>
                </a:solidFill>
                <a:latin typeface="Arial"/>
                <a:ea typeface="Arial"/>
                <a:cs typeface="Arial"/>
                <a:sym typeface="Arial"/>
              </a:rPr>
              <a:t>Not wasted.</a:t>
            </a:r>
            <a:endParaRPr/>
          </a:p>
        </p:txBody>
      </p:sp>
      <p:sp>
        <p:nvSpPr>
          <p:cNvPr id="188" name="Google Shape;188;p32"/>
          <p:cNvSpPr/>
          <p:nvPr/>
        </p:nvSpPr>
        <p:spPr>
          <a:xfrm>
            <a:off x="742950" y="5600700"/>
            <a:ext cx="4572000"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350">
                <a:solidFill>
                  <a:srgbClr val="D9E2FF"/>
                </a:solidFill>
                <a:latin typeface="Arial"/>
                <a:ea typeface="Arial"/>
                <a:cs typeface="Arial"/>
                <a:sym typeface="Arial"/>
              </a:rPr>
              <a:t>PREDICT  ·  MATCH  ·  MOVE</a:t>
            </a:r>
            <a:endParaRPr/>
          </a:p>
        </p:txBody>
      </p:sp>
      <p:sp>
        <p:nvSpPr>
          <p:cNvPr id="189" name="Google Shape;189;p32"/>
          <p:cNvSpPr/>
          <p:nvPr/>
        </p:nvSpPr>
        <p:spPr>
          <a:xfrm>
            <a:off x="9829800" y="6496050"/>
            <a:ext cx="2076450" cy="1905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975">
                <a:solidFill>
                  <a:srgbClr val="FFFFFF"/>
                </a:solidFill>
                <a:latin typeface="Arial"/>
                <a:ea typeface="Arial"/>
                <a:cs typeface="Arial"/>
                <a:sym typeface="Arial"/>
              </a:rPr>
              <a:t>Illustrative image</a:t>
            </a:r>
            <a:endParaRPr/>
          </a:p>
        </p:txBody>
      </p:sp>
      <p:pic>
        <p:nvPicPr>
          <p:cNvPr id="190" name="Google Shape;190;p32"/>
          <p:cNvPicPr preferRelativeResize="0"/>
          <p:nvPr/>
        </p:nvPicPr>
        <p:blipFill>
          <a:blip r:embed="rId4">
            <a:alphaModFix/>
          </a:blip>
          <a:stretch>
            <a:fillRect/>
          </a:stretch>
        </p:blipFill>
        <p:spPr>
          <a:xfrm>
            <a:off x="3750300" y="505350"/>
            <a:ext cx="1845050" cy="1614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CFF"/>
        </a:solidFill>
      </p:bgPr>
    </p:bg>
    <p:spTree>
      <p:nvGrpSpPr>
        <p:cNvPr id="195" name="Shape 195"/>
        <p:cNvGrpSpPr/>
        <p:nvPr/>
      </p:nvGrpSpPr>
      <p:grpSpPr>
        <a:xfrm>
          <a:off x="0" y="0"/>
          <a:ext cx="0" cy="0"/>
          <a:chOff x="0" y="0"/>
          <a:chExt cx="0" cy="0"/>
        </a:xfrm>
      </p:grpSpPr>
      <p:sp>
        <p:nvSpPr>
          <p:cNvPr id="196" name="Google Shape;196;p33"/>
          <p:cNvSpPr/>
          <p:nvPr/>
        </p:nvSpPr>
        <p:spPr>
          <a:xfrm>
            <a:off x="742950" y="457200"/>
            <a:ext cx="4381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1743FF"/>
                </a:solidFill>
                <a:latin typeface="Arial"/>
                <a:ea typeface="Arial"/>
                <a:cs typeface="Arial"/>
                <a:sym typeface="Arial"/>
              </a:rPr>
              <a:t>ONE EVENT, ONE PLANNED RESCUE</a:t>
            </a:r>
            <a:endParaRPr/>
          </a:p>
        </p:txBody>
      </p:sp>
      <p:sp>
        <p:nvSpPr>
          <p:cNvPr id="197" name="Google Shape;197;p33"/>
          <p:cNvSpPr/>
          <p:nvPr/>
        </p:nvSpPr>
        <p:spPr>
          <a:xfrm>
            <a:off x="723900" y="866775"/>
            <a:ext cx="10763250" cy="704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525">
                <a:solidFill>
                  <a:srgbClr val="171927"/>
                </a:solidFill>
                <a:latin typeface="Arial"/>
                <a:ea typeface="Arial"/>
                <a:cs typeface="Arial"/>
                <a:sym typeface="Arial"/>
              </a:rPr>
              <a:t>One tap to confirm. Pickup already planned.</a:t>
            </a:r>
            <a:endParaRPr/>
          </a:p>
        </p:txBody>
      </p:sp>
      <p:sp>
        <p:nvSpPr>
          <p:cNvPr id="198" name="Google Shape;198;p33"/>
          <p:cNvSpPr/>
          <p:nvPr/>
        </p:nvSpPr>
        <p:spPr>
          <a:xfrm>
            <a:off x="762000" y="1619250"/>
            <a:ext cx="10287000" cy="552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25">
                <a:solidFill>
                  <a:srgbClr val="676B7A"/>
                </a:solidFill>
                <a:latin typeface="Arial"/>
                <a:ea typeface="Arial"/>
                <a:cs typeface="Arial"/>
                <a:sym typeface="Arial"/>
              </a:rPr>
              <a:t>Example flow: the recipient and pickup are lined up before the host confirms what is left.</a:t>
            </a:r>
            <a:endParaRPr/>
          </a:p>
        </p:txBody>
      </p:sp>
      <p:sp>
        <p:nvSpPr>
          <p:cNvPr id="199" name="Google Shape;199;p33"/>
          <p:cNvSpPr/>
          <p:nvPr/>
        </p:nvSpPr>
        <p:spPr>
          <a:xfrm>
            <a:off x="723900" y="2457450"/>
            <a:ext cx="3429000" cy="3162300"/>
          </a:xfrm>
          <a:prstGeom prst="roundRect">
            <a:avLst>
              <a:gd fmla="val 2410" name="adj"/>
            </a:avLst>
          </a:prstGeom>
          <a:solidFill>
            <a:srgbClr val="FFFFFF"/>
          </a:solidFill>
          <a:ln cap="flat" cmpd="sng" w="14275">
            <a:solidFill>
              <a:srgbClr val="D9DC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33"/>
          <p:cNvSpPr/>
          <p:nvPr/>
        </p:nvSpPr>
        <p:spPr>
          <a:xfrm>
            <a:off x="723900" y="2457450"/>
            <a:ext cx="3429000" cy="552450"/>
          </a:xfrm>
          <a:prstGeom prst="rect">
            <a:avLst/>
          </a:prstGeom>
          <a:solidFill>
            <a:srgbClr val="174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3"/>
          <p:cNvSpPr/>
          <p:nvPr/>
        </p:nvSpPr>
        <p:spPr>
          <a:xfrm>
            <a:off x="952500" y="2638425"/>
            <a:ext cx="29718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FFFFFF"/>
                </a:solidFill>
                <a:latin typeface="Arial"/>
                <a:ea typeface="Arial"/>
                <a:cs typeface="Arial"/>
                <a:sym typeface="Arial"/>
              </a:rPr>
              <a:t>EVENT OFFER  /  HOST VIEW</a:t>
            </a:r>
            <a:endParaRPr/>
          </a:p>
        </p:txBody>
      </p:sp>
      <p:sp>
        <p:nvSpPr>
          <p:cNvPr id="202" name="Google Shape;202;p33"/>
          <p:cNvSpPr/>
          <p:nvPr/>
        </p:nvSpPr>
        <p:spPr>
          <a:xfrm>
            <a:off x="990600" y="3276600"/>
            <a:ext cx="28956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75">
                <a:solidFill>
                  <a:srgbClr val="171927"/>
                </a:solidFill>
                <a:latin typeface="Arial"/>
                <a:ea typeface="Arial"/>
                <a:cs typeface="Arial"/>
                <a:sym typeface="Arial"/>
              </a:rPr>
              <a:t>At event close</a:t>
            </a:r>
            <a:endParaRPr/>
          </a:p>
        </p:txBody>
      </p:sp>
      <p:sp>
        <p:nvSpPr>
          <p:cNvPr id="203" name="Google Shape;203;p33"/>
          <p:cNvSpPr/>
          <p:nvPr/>
        </p:nvSpPr>
        <p:spPr>
          <a:xfrm>
            <a:off x="990600" y="3686175"/>
            <a:ext cx="2857500" cy="5905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425">
                <a:solidFill>
                  <a:srgbClr val="676B7A"/>
                </a:solidFill>
                <a:latin typeface="Arial"/>
                <a:ea typeface="Arial"/>
                <a:cs typeface="Arial"/>
                <a:sym typeface="Arial"/>
              </a:rPr>
              <a:t>Confirm what’s available.</a:t>
            </a:r>
            <a:endParaRPr/>
          </a:p>
          <a:p>
            <a:pPr indent="0" lvl="0" marL="0" marR="0" rtl="0" algn="l">
              <a:spcBef>
                <a:spcPts val="0"/>
              </a:spcBef>
              <a:spcAft>
                <a:spcPts val="0"/>
              </a:spcAft>
              <a:buNone/>
            </a:pPr>
            <a:r>
              <a:rPr b="0" i="0" lang="en-US" sz="1425">
                <a:solidFill>
                  <a:srgbClr val="676B7A"/>
                </a:solidFill>
                <a:latin typeface="Arial"/>
                <a:ea typeface="Arial"/>
                <a:cs typeface="Arial"/>
                <a:sym typeface="Arial"/>
              </a:rPr>
              <a:t>Add a quick photo.</a:t>
            </a:r>
            <a:endParaRPr/>
          </a:p>
        </p:txBody>
      </p:sp>
      <p:sp>
        <p:nvSpPr>
          <p:cNvPr id="204" name="Google Shape;204;p33"/>
          <p:cNvSpPr/>
          <p:nvPr/>
        </p:nvSpPr>
        <p:spPr>
          <a:xfrm>
            <a:off x="990600" y="4533900"/>
            <a:ext cx="2724150" cy="552450"/>
          </a:xfrm>
          <a:prstGeom prst="roundRect">
            <a:avLst>
              <a:gd fmla="val 13793" name="adj"/>
            </a:avLst>
          </a:prstGeom>
          <a:solidFill>
            <a:srgbClr val="63C987"/>
          </a:solidFill>
          <a:ln cap="flat" cmpd="sng" w="14275">
            <a:solidFill>
              <a:srgbClr val="63C98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33"/>
          <p:cNvSpPr/>
          <p:nvPr/>
        </p:nvSpPr>
        <p:spPr>
          <a:xfrm>
            <a:off x="1114425" y="4686300"/>
            <a:ext cx="2476500" cy="26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350">
                <a:solidFill>
                  <a:srgbClr val="171927"/>
                </a:solidFill>
                <a:latin typeface="Arial"/>
                <a:ea typeface="Arial"/>
                <a:cs typeface="Arial"/>
                <a:sym typeface="Arial"/>
              </a:rPr>
              <a:t>CONFIRM SURPLUS  →</a:t>
            </a:r>
            <a:endParaRPr/>
          </a:p>
        </p:txBody>
      </p:sp>
      <p:sp>
        <p:nvSpPr>
          <p:cNvPr id="206" name="Google Shape;206;p33"/>
          <p:cNvSpPr/>
          <p:nvPr/>
        </p:nvSpPr>
        <p:spPr>
          <a:xfrm>
            <a:off x="990600" y="5267325"/>
            <a:ext cx="280035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1" lang="en-US" sz="975">
                <a:solidFill>
                  <a:srgbClr val="676B7A"/>
                </a:solidFill>
                <a:latin typeface="Arial"/>
                <a:ea typeface="Arial"/>
                <a:cs typeface="Arial"/>
                <a:sym typeface="Arial"/>
              </a:rPr>
              <a:t>Illustrative interface</a:t>
            </a:r>
            <a:endParaRPr/>
          </a:p>
        </p:txBody>
      </p:sp>
      <p:sp>
        <p:nvSpPr>
          <p:cNvPr id="207" name="Google Shape;207;p33"/>
          <p:cNvSpPr/>
          <p:nvPr/>
        </p:nvSpPr>
        <p:spPr>
          <a:xfrm>
            <a:off x="4762500" y="2695575"/>
            <a:ext cx="209550" cy="209550"/>
          </a:xfrm>
          <a:prstGeom prst="ellipse">
            <a:avLst/>
          </a:prstGeom>
          <a:solidFill>
            <a:srgbClr val="174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3"/>
          <p:cNvSpPr/>
          <p:nvPr/>
        </p:nvSpPr>
        <p:spPr>
          <a:xfrm>
            <a:off x="4848225" y="2905125"/>
            <a:ext cx="38100" cy="533400"/>
          </a:xfrm>
          <a:prstGeom prst="rect">
            <a:avLst/>
          </a:prstGeom>
          <a:solidFill>
            <a:srgbClr val="D9DC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33"/>
          <p:cNvSpPr/>
          <p:nvPr/>
        </p:nvSpPr>
        <p:spPr>
          <a:xfrm>
            <a:off x="5219700" y="2667000"/>
            <a:ext cx="1619250"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125">
                <a:solidFill>
                  <a:srgbClr val="1743FF"/>
                </a:solidFill>
                <a:latin typeface="Arial"/>
                <a:ea typeface="Arial"/>
                <a:cs typeface="Arial"/>
                <a:sym typeface="Arial"/>
              </a:rPr>
              <a:t>BEFORE</a:t>
            </a:r>
            <a:endParaRPr/>
          </a:p>
        </p:txBody>
      </p:sp>
      <p:sp>
        <p:nvSpPr>
          <p:cNvPr id="210" name="Google Shape;210;p33"/>
          <p:cNvSpPr/>
          <p:nvPr/>
        </p:nvSpPr>
        <p:spPr>
          <a:xfrm>
            <a:off x="5219700" y="2924175"/>
            <a:ext cx="5381625"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0">
                <a:solidFill>
                  <a:srgbClr val="171927"/>
                </a:solidFill>
                <a:latin typeface="Arial"/>
                <a:ea typeface="Arial"/>
                <a:cs typeface="Arial"/>
                <a:sym typeface="Arial"/>
              </a:rPr>
              <a:t>Partner + backup verified</a:t>
            </a:r>
            <a:endParaRPr/>
          </a:p>
        </p:txBody>
      </p:sp>
      <p:sp>
        <p:nvSpPr>
          <p:cNvPr id="211" name="Google Shape;211;p33"/>
          <p:cNvSpPr/>
          <p:nvPr/>
        </p:nvSpPr>
        <p:spPr>
          <a:xfrm>
            <a:off x="4762500" y="3448050"/>
            <a:ext cx="209550" cy="209550"/>
          </a:xfrm>
          <a:prstGeom prst="ellipse">
            <a:avLst/>
          </a:prstGeom>
          <a:solidFill>
            <a:srgbClr val="785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3"/>
          <p:cNvSpPr/>
          <p:nvPr/>
        </p:nvSpPr>
        <p:spPr>
          <a:xfrm>
            <a:off x="4848225" y="3657600"/>
            <a:ext cx="38100" cy="533400"/>
          </a:xfrm>
          <a:prstGeom prst="rect">
            <a:avLst/>
          </a:prstGeom>
          <a:solidFill>
            <a:srgbClr val="D9DC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33"/>
          <p:cNvSpPr/>
          <p:nvPr/>
        </p:nvSpPr>
        <p:spPr>
          <a:xfrm>
            <a:off x="5219700" y="3419475"/>
            <a:ext cx="1619250"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125">
                <a:solidFill>
                  <a:srgbClr val="7855E8"/>
                </a:solidFill>
                <a:latin typeface="Arial"/>
                <a:ea typeface="Arial"/>
                <a:cs typeface="Arial"/>
                <a:sym typeface="Arial"/>
              </a:rPr>
              <a:t>60–90 MIN</a:t>
            </a:r>
            <a:endParaRPr/>
          </a:p>
        </p:txBody>
      </p:sp>
      <p:sp>
        <p:nvSpPr>
          <p:cNvPr id="214" name="Google Shape;214;p33"/>
          <p:cNvSpPr/>
          <p:nvPr/>
        </p:nvSpPr>
        <p:spPr>
          <a:xfrm>
            <a:off x="5219700" y="3676650"/>
            <a:ext cx="5381625"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0">
                <a:solidFill>
                  <a:srgbClr val="171927"/>
                </a:solidFill>
                <a:latin typeface="Arial"/>
                <a:ea typeface="Arial"/>
                <a:cs typeface="Arial"/>
                <a:sym typeface="Arial"/>
              </a:rPr>
              <a:t>Host gets a heads-up</a:t>
            </a:r>
            <a:endParaRPr/>
          </a:p>
        </p:txBody>
      </p:sp>
      <p:sp>
        <p:nvSpPr>
          <p:cNvPr id="215" name="Google Shape;215;p33"/>
          <p:cNvSpPr/>
          <p:nvPr/>
        </p:nvSpPr>
        <p:spPr>
          <a:xfrm>
            <a:off x="4762500" y="4200525"/>
            <a:ext cx="209550" cy="209550"/>
          </a:xfrm>
          <a:prstGeom prst="ellipse">
            <a:avLst/>
          </a:prstGeom>
          <a:solidFill>
            <a:srgbClr val="F168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33"/>
          <p:cNvSpPr/>
          <p:nvPr/>
        </p:nvSpPr>
        <p:spPr>
          <a:xfrm>
            <a:off x="4848225" y="4410075"/>
            <a:ext cx="38100" cy="533400"/>
          </a:xfrm>
          <a:prstGeom prst="rect">
            <a:avLst/>
          </a:prstGeom>
          <a:solidFill>
            <a:srgbClr val="D9DC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3"/>
          <p:cNvSpPr/>
          <p:nvPr/>
        </p:nvSpPr>
        <p:spPr>
          <a:xfrm>
            <a:off x="5219700" y="4171950"/>
            <a:ext cx="1619250"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125">
                <a:solidFill>
                  <a:srgbClr val="F16857"/>
                </a:solidFill>
                <a:latin typeface="Arial"/>
                <a:ea typeface="Arial"/>
                <a:cs typeface="Arial"/>
                <a:sym typeface="Arial"/>
              </a:rPr>
              <a:t>AT CLOSE</a:t>
            </a:r>
            <a:endParaRPr/>
          </a:p>
        </p:txBody>
      </p:sp>
      <p:sp>
        <p:nvSpPr>
          <p:cNvPr id="218" name="Google Shape;218;p33"/>
          <p:cNvSpPr/>
          <p:nvPr/>
        </p:nvSpPr>
        <p:spPr>
          <a:xfrm>
            <a:off x="5219700" y="4429125"/>
            <a:ext cx="5381625"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0">
                <a:solidFill>
                  <a:srgbClr val="171927"/>
                </a:solidFill>
                <a:latin typeface="Arial"/>
                <a:ea typeface="Arial"/>
                <a:cs typeface="Arial"/>
                <a:sym typeface="Arial"/>
              </a:rPr>
              <a:t>One tap + photo confirms actuals</a:t>
            </a:r>
            <a:endParaRPr/>
          </a:p>
        </p:txBody>
      </p:sp>
      <p:sp>
        <p:nvSpPr>
          <p:cNvPr id="219" name="Google Shape;219;p33"/>
          <p:cNvSpPr/>
          <p:nvPr/>
        </p:nvSpPr>
        <p:spPr>
          <a:xfrm>
            <a:off x="4762500" y="4953000"/>
            <a:ext cx="209550" cy="209550"/>
          </a:xfrm>
          <a:prstGeom prst="ellipse">
            <a:avLst/>
          </a:prstGeom>
          <a:solidFill>
            <a:srgbClr val="63C9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33"/>
          <p:cNvSpPr/>
          <p:nvPr/>
        </p:nvSpPr>
        <p:spPr>
          <a:xfrm>
            <a:off x="5219700" y="4924425"/>
            <a:ext cx="1619250" cy="257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125">
                <a:solidFill>
                  <a:srgbClr val="63C987"/>
                </a:solidFill>
                <a:latin typeface="Arial"/>
                <a:ea typeface="Arial"/>
                <a:cs typeface="Arial"/>
                <a:sym typeface="Arial"/>
              </a:rPr>
              <a:t>PICKUP</a:t>
            </a:r>
            <a:endParaRPr/>
          </a:p>
        </p:txBody>
      </p:sp>
      <p:sp>
        <p:nvSpPr>
          <p:cNvPr id="221" name="Google Shape;221;p33"/>
          <p:cNvSpPr/>
          <p:nvPr/>
        </p:nvSpPr>
        <p:spPr>
          <a:xfrm>
            <a:off x="5219700" y="5181600"/>
            <a:ext cx="5381625"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0">
                <a:solidFill>
                  <a:srgbClr val="171927"/>
                </a:solidFill>
                <a:latin typeface="Arial"/>
                <a:ea typeface="Arial"/>
                <a:cs typeface="Arial"/>
                <a:sym typeface="Arial"/>
              </a:rPr>
              <a:t>Partner arrives in agreed window</a:t>
            </a:r>
            <a:endParaRPr/>
          </a:p>
        </p:txBody>
      </p:sp>
      <p:sp>
        <p:nvSpPr>
          <p:cNvPr id="222" name="Google Shape;222;p33"/>
          <p:cNvSpPr/>
          <p:nvPr/>
        </p:nvSpPr>
        <p:spPr>
          <a:xfrm>
            <a:off x="4667250" y="5734050"/>
            <a:ext cx="6715125" cy="19050"/>
          </a:xfrm>
          <a:prstGeom prst="rect">
            <a:avLst/>
          </a:prstGeom>
          <a:solidFill>
            <a:srgbClr val="F1A6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3"/>
          <p:cNvSpPr/>
          <p:nvPr/>
        </p:nvSpPr>
        <p:spPr>
          <a:xfrm>
            <a:off x="4762500" y="5915025"/>
            <a:ext cx="66675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350">
                <a:solidFill>
                  <a:srgbClr val="676B7A"/>
                </a:solidFill>
                <a:latin typeface="Arial"/>
                <a:ea typeface="Arial"/>
                <a:cs typeface="Arial"/>
                <a:sym typeface="Arial"/>
              </a:rPr>
              <a:t>No new hub. No last-minute search for a driver.</a:t>
            </a:r>
            <a:endParaRPr/>
          </a:p>
        </p:txBody>
      </p:sp>
      <p:sp>
        <p:nvSpPr>
          <p:cNvPr id="224" name="Google Shape;224;p33"/>
          <p:cNvSpPr/>
          <p:nvPr/>
        </p:nvSpPr>
        <p:spPr>
          <a:xfrm>
            <a:off x="10810875" y="6477000"/>
            <a:ext cx="723900" cy="1714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050">
                <a:solidFill>
                  <a:srgbClr val="676B7A"/>
                </a:solidFill>
                <a:latin typeface="Arial"/>
                <a:ea typeface="Arial"/>
                <a:cs typeface="Arial"/>
                <a:sym typeface="Arial"/>
              </a:rPr>
              <a:t>04 / 07</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743FF"/>
        </a:solidFill>
      </p:bgPr>
    </p:bg>
    <p:spTree>
      <p:nvGrpSpPr>
        <p:cNvPr id="229" name="Shape 229"/>
        <p:cNvGrpSpPr/>
        <p:nvPr/>
      </p:nvGrpSpPr>
      <p:grpSpPr>
        <a:xfrm>
          <a:off x="0" y="0"/>
          <a:ext cx="0" cy="0"/>
          <a:chOff x="0" y="0"/>
          <a:chExt cx="0" cy="0"/>
        </a:xfrm>
      </p:grpSpPr>
      <p:sp>
        <p:nvSpPr>
          <p:cNvPr id="230" name="Google Shape;230;p34"/>
          <p:cNvSpPr/>
          <p:nvPr/>
        </p:nvSpPr>
        <p:spPr>
          <a:xfrm>
            <a:off x="8905875" y="95250"/>
            <a:ext cx="3143250" cy="3143250"/>
          </a:xfrm>
          <a:prstGeom prst="ellipse">
            <a:avLst/>
          </a:prstGeom>
          <a:solidFill>
            <a:srgbClr val="785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4"/>
          <p:cNvSpPr/>
          <p:nvPr/>
        </p:nvSpPr>
        <p:spPr>
          <a:xfrm>
            <a:off x="742950" y="457200"/>
            <a:ext cx="4381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F1A6DC"/>
                </a:solidFill>
                <a:latin typeface="Arial"/>
                <a:ea typeface="Arial"/>
                <a:cs typeface="Arial"/>
                <a:sym typeface="Arial"/>
              </a:rPr>
              <a:t>AI + OCI</a:t>
            </a:r>
            <a:endParaRPr/>
          </a:p>
        </p:txBody>
      </p:sp>
      <p:sp>
        <p:nvSpPr>
          <p:cNvPr id="232" name="Google Shape;232;p34"/>
          <p:cNvSpPr/>
          <p:nvPr/>
        </p:nvSpPr>
        <p:spPr>
          <a:xfrm>
            <a:off x="723900" y="866775"/>
            <a:ext cx="10763250" cy="704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525">
                <a:solidFill>
                  <a:srgbClr val="FFFFFF"/>
                </a:solidFill>
                <a:latin typeface="Arial"/>
                <a:ea typeface="Arial"/>
                <a:cs typeface="Arial"/>
                <a:sym typeface="Arial"/>
              </a:rPr>
              <a:t>AI prepares the offer. People verify the food.</a:t>
            </a:r>
            <a:endParaRPr/>
          </a:p>
        </p:txBody>
      </p:sp>
      <p:sp>
        <p:nvSpPr>
          <p:cNvPr id="233" name="Google Shape;233;p34"/>
          <p:cNvSpPr/>
          <p:nvPr/>
        </p:nvSpPr>
        <p:spPr>
          <a:xfrm>
            <a:off x="762000" y="1619250"/>
            <a:ext cx="10287000" cy="552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25">
                <a:solidFill>
                  <a:srgbClr val="E4E8FF"/>
                </a:solidFill>
                <a:latin typeface="Arial"/>
                <a:ea typeface="Arial"/>
                <a:cs typeface="Arial"/>
                <a:sym typeface="Arial"/>
              </a:rPr>
              <a:t>AI reduces listing work while people check food and partner requirements.</a:t>
            </a:r>
            <a:endParaRPr/>
          </a:p>
        </p:txBody>
      </p:sp>
      <p:sp>
        <p:nvSpPr>
          <p:cNvPr id="234" name="Google Shape;234;p34"/>
          <p:cNvSpPr/>
          <p:nvPr/>
        </p:nvSpPr>
        <p:spPr>
          <a:xfrm>
            <a:off x="685800" y="2800350"/>
            <a:ext cx="2476500" cy="2076450"/>
          </a:xfrm>
          <a:prstGeom prst="roundRect">
            <a:avLst>
              <a:gd fmla="val 3670" name="adj"/>
            </a:avLst>
          </a:prstGeom>
          <a:solidFill>
            <a:srgbClr val="FFFFFF"/>
          </a:solidFill>
          <a:ln cap="flat" cmpd="sng" w="142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4"/>
          <p:cNvSpPr/>
          <p:nvPr/>
        </p:nvSpPr>
        <p:spPr>
          <a:xfrm>
            <a:off x="1647825" y="2562225"/>
            <a:ext cx="552450" cy="55245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4"/>
          <p:cNvSpPr/>
          <p:nvPr/>
        </p:nvSpPr>
        <p:spPr>
          <a:xfrm>
            <a:off x="1647825" y="2628900"/>
            <a:ext cx="552450" cy="4000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500">
                <a:solidFill>
                  <a:srgbClr val="171927"/>
                </a:solidFill>
                <a:latin typeface="Arial"/>
                <a:ea typeface="Arial"/>
                <a:cs typeface="Arial"/>
                <a:sym typeface="Arial"/>
              </a:rPr>
              <a:t>1</a:t>
            </a:r>
            <a:endParaRPr/>
          </a:p>
        </p:txBody>
      </p:sp>
      <p:sp>
        <p:nvSpPr>
          <p:cNvPr id="237" name="Google Shape;237;p34"/>
          <p:cNvSpPr/>
          <p:nvPr/>
        </p:nvSpPr>
        <p:spPr>
          <a:xfrm>
            <a:off x="838200" y="3333750"/>
            <a:ext cx="2171700" cy="2476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200">
                <a:solidFill>
                  <a:srgbClr val="1743FF"/>
                </a:solidFill>
                <a:latin typeface="Arial"/>
                <a:ea typeface="Arial"/>
                <a:cs typeface="Arial"/>
                <a:sym typeface="Arial"/>
              </a:rPr>
              <a:t>EVENT SIGNALS</a:t>
            </a:r>
            <a:endParaRPr/>
          </a:p>
        </p:txBody>
      </p:sp>
      <p:sp>
        <p:nvSpPr>
          <p:cNvPr id="238" name="Google Shape;238;p34"/>
          <p:cNvSpPr/>
          <p:nvPr/>
        </p:nvSpPr>
        <p:spPr>
          <a:xfrm>
            <a:off x="895350" y="3733800"/>
            <a:ext cx="2057400" cy="9048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1275">
                <a:solidFill>
                  <a:srgbClr val="171927"/>
                </a:solidFill>
                <a:latin typeface="Arial"/>
                <a:ea typeface="Arial"/>
                <a:cs typeface="Arial"/>
                <a:sym typeface="Arial"/>
              </a:rPr>
              <a:t>RSVP estimate</a:t>
            </a:r>
            <a:endParaRPr/>
          </a:p>
          <a:p>
            <a:pPr indent="0" lvl="0" marL="0" marR="0" rtl="0" algn="ctr">
              <a:spcBef>
                <a:spcPts val="0"/>
              </a:spcBef>
              <a:spcAft>
                <a:spcPts val="0"/>
              </a:spcAft>
              <a:buNone/>
            </a:pPr>
            <a:r>
              <a:rPr b="0" i="0" lang="en-US" sz="1275">
                <a:solidFill>
                  <a:srgbClr val="171927"/>
                </a:solidFill>
                <a:latin typeface="Arial"/>
                <a:ea typeface="Arial"/>
                <a:cs typeface="Arial"/>
                <a:sym typeface="Arial"/>
              </a:rPr>
              <a:t>Catering order + menu</a:t>
            </a:r>
            <a:endParaRPr/>
          </a:p>
          <a:p>
            <a:pPr indent="0" lvl="0" marL="0" marR="0" rtl="0" algn="ctr">
              <a:spcBef>
                <a:spcPts val="0"/>
              </a:spcBef>
              <a:spcAft>
                <a:spcPts val="0"/>
              </a:spcAft>
              <a:buNone/>
            </a:pPr>
            <a:r>
              <a:rPr b="0" i="0" lang="en-US" sz="1275">
                <a:solidFill>
                  <a:srgbClr val="171927"/>
                </a:solidFill>
                <a:latin typeface="Arial"/>
                <a:ea typeface="Arial"/>
                <a:cs typeface="Arial"/>
                <a:sym typeface="Arial"/>
              </a:rPr>
              <a:t>Past event outcomes</a:t>
            </a:r>
            <a:endParaRPr/>
          </a:p>
        </p:txBody>
      </p:sp>
      <p:sp>
        <p:nvSpPr>
          <p:cNvPr id="239" name="Google Shape;239;p34"/>
          <p:cNvSpPr/>
          <p:nvPr/>
        </p:nvSpPr>
        <p:spPr>
          <a:xfrm>
            <a:off x="3486150" y="2800350"/>
            <a:ext cx="2476500" cy="2076450"/>
          </a:xfrm>
          <a:prstGeom prst="roundRect">
            <a:avLst>
              <a:gd fmla="val 3670" name="adj"/>
            </a:avLst>
          </a:prstGeom>
          <a:solidFill>
            <a:srgbClr val="FFFFFF"/>
          </a:solidFill>
          <a:ln cap="flat" cmpd="sng" w="142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34"/>
          <p:cNvSpPr/>
          <p:nvPr/>
        </p:nvSpPr>
        <p:spPr>
          <a:xfrm>
            <a:off x="4448175" y="2562225"/>
            <a:ext cx="552450" cy="552450"/>
          </a:xfrm>
          <a:prstGeom prst="ellipse">
            <a:avLst/>
          </a:prstGeom>
          <a:solidFill>
            <a:srgbClr val="F1A6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34"/>
          <p:cNvSpPr/>
          <p:nvPr/>
        </p:nvSpPr>
        <p:spPr>
          <a:xfrm>
            <a:off x="4448175" y="2628900"/>
            <a:ext cx="552450" cy="4000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500">
                <a:solidFill>
                  <a:srgbClr val="171927"/>
                </a:solidFill>
                <a:latin typeface="Arial"/>
                <a:ea typeface="Arial"/>
                <a:cs typeface="Arial"/>
                <a:sym typeface="Arial"/>
              </a:rPr>
              <a:t>2</a:t>
            </a:r>
            <a:endParaRPr/>
          </a:p>
        </p:txBody>
      </p:sp>
      <p:sp>
        <p:nvSpPr>
          <p:cNvPr id="242" name="Google Shape;242;p34"/>
          <p:cNvSpPr/>
          <p:nvPr/>
        </p:nvSpPr>
        <p:spPr>
          <a:xfrm>
            <a:off x="3638550" y="3333750"/>
            <a:ext cx="2171700" cy="2476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200">
                <a:solidFill>
                  <a:srgbClr val="1743FF"/>
                </a:solidFill>
                <a:latin typeface="Arial"/>
                <a:ea typeface="Arial"/>
                <a:cs typeface="Arial"/>
                <a:sym typeface="Arial"/>
              </a:rPr>
              <a:t>AI ASSIST</a:t>
            </a:r>
            <a:endParaRPr/>
          </a:p>
        </p:txBody>
      </p:sp>
      <p:sp>
        <p:nvSpPr>
          <p:cNvPr id="243" name="Google Shape;243;p34"/>
          <p:cNvSpPr/>
          <p:nvPr/>
        </p:nvSpPr>
        <p:spPr>
          <a:xfrm>
            <a:off x="3695700" y="3733800"/>
            <a:ext cx="2057400" cy="9048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1275">
                <a:solidFill>
                  <a:srgbClr val="171927"/>
                </a:solidFill>
                <a:latin typeface="Arial"/>
                <a:ea typeface="Arial"/>
                <a:cs typeface="Arial"/>
                <a:sym typeface="Arial"/>
              </a:rPr>
              <a:t>Estimate a likely range</a:t>
            </a:r>
            <a:endParaRPr/>
          </a:p>
          <a:p>
            <a:pPr indent="0" lvl="0" marL="0" marR="0" rtl="0" algn="ctr">
              <a:spcBef>
                <a:spcPts val="0"/>
              </a:spcBef>
              <a:spcAft>
                <a:spcPts val="0"/>
              </a:spcAft>
              <a:buNone/>
            </a:pPr>
            <a:r>
              <a:rPr b="0" i="0" lang="en-US" sz="1275">
                <a:solidFill>
                  <a:srgbClr val="171927"/>
                </a:solidFill>
                <a:latin typeface="Arial"/>
                <a:ea typeface="Arial"/>
                <a:cs typeface="Arial"/>
                <a:sym typeface="Arial"/>
              </a:rPr>
              <a:t>Structure order details</a:t>
            </a:r>
            <a:endParaRPr/>
          </a:p>
          <a:p>
            <a:pPr indent="0" lvl="0" marL="0" marR="0" rtl="0" algn="ctr">
              <a:spcBef>
                <a:spcPts val="0"/>
              </a:spcBef>
              <a:spcAft>
                <a:spcPts val="0"/>
              </a:spcAft>
              <a:buNone/>
            </a:pPr>
            <a:r>
              <a:rPr b="0" i="0" lang="en-US" sz="1275">
                <a:solidFill>
                  <a:srgbClr val="171927"/>
                </a:solidFill>
                <a:latin typeface="Arial"/>
                <a:ea typeface="Arial"/>
                <a:cs typeface="Arial"/>
                <a:sym typeface="Arial"/>
              </a:rPr>
              <a:t>Suggest photo tags</a:t>
            </a:r>
            <a:endParaRPr/>
          </a:p>
        </p:txBody>
      </p:sp>
      <p:sp>
        <p:nvSpPr>
          <p:cNvPr id="244" name="Google Shape;244;p34"/>
          <p:cNvSpPr/>
          <p:nvPr/>
        </p:nvSpPr>
        <p:spPr>
          <a:xfrm>
            <a:off x="6286500" y="2800350"/>
            <a:ext cx="2476500" cy="2076450"/>
          </a:xfrm>
          <a:prstGeom prst="roundRect">
            <a:avLst>
              <a:gd fmla="val 3670" name="adj"/>
            </a:avLst>
          </a:prstGeom>
          <a:solidFill>
            <a:srgbClr val="FFFFFF"/>
          </a:solidFill>
          <a:ln cap="flat" cmpd="sng" w="142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4"/>
          <p:cNvSpPr/>
          <p:nvPr/>
        </p:nvSpPr>
        <p:spPr>
          <a:xfrm>
            <a:off x="7248525" y="2562225"/>
            <a:ext cx="552450" cy="552450"/>
          </a:xfrm>
          <a:prstGeom prst="ellipse">
            <a:avLst/>
          </a:prstGeom>
          <a:solidFill>
            <a:srgbClr val="63C9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4"/>
          <p:cNvSpPr/>
          <p:nvPr/>
        </p:nvSpPr>
        <p:spPr>
          <a:xfrm>
            <a:off x="7248525" y="2628900"/>
            <a:ext cx="552450" cy="4000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500">
                <a:solidFill>
                  <a:srgbClr val="171927"/>
                </a:solidFill>
                <a:latin typeface="Arial"/>
                <a:ea typeface="Arial"/>
                <a:cs typeface="Arial"/>
                <a:sym typeface="Arial"/>
              </a:rPr>
              <a:t>3</a:t>
            </a:r>
            <a:endParaRPr/>
          </a:p>
        </p:txBody>
      </p:sp>
      <p:sp>
        <p:nvSpPr>
          <p:cNvPr id="247" name="Google Shape;247;p34"/>
          <p:cNvSpPr/>
          <p:nvPr/>
        </p:nvSpPr>
        <p:spPr>
          <a:xfrm>
            <a:off x="6438900" y="3333750"/>
            <a:ext cx="2171700" cy="2476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200">
                <a:solidFill>
                  <a:srgbClr val="1743FF"/>
                </a:solidFill>
                <a:latin typeface="Arial"/>
                <a:ea typeface="Arial"/>
                <a:cs typeface="Arial"/>
                <a:sym typeface="Arial"/>
              </a:rPr>
              <a:t>HUMAN CHECK</a:t>
            </a:r>
            <a:endParaRPr/>
          </a:p>
        </p:txBody>
      </p:sp>
      <p:sp>
        <p:nvSpPr>
          <p:cNvPr id="248" name="Google Shape;248;p34"/>
          <p:cNvSpPr/>
          <p:nvPr/>
        </p:nvSpPr>
        <p:spPr>
          <a:xfrm>
            <a:off x="6496050" y="3733800"/>
            <a:ext cx="2057400" cy="9048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1275">
                <a:solidFill>
                  <a:srgbClr val="171927"/>
                </a:solidFill>
                <a:latin typeface="Arial"/>
                <a:ea typeface="Arial"/>
                <a:cs typeface="Arial"/>
                <a:sym typeface="Arial"/>
              </a:rPr>
              <a:t>Confirm quantity</a:t>
            </a:r>
            <a:endParaRPr/>
          </a:p>
          <a:p>
            <a:pPr indent="0" lvl="0" marL="0" marR="0" rtl="0" algn="ctr">
              <a:spcBef>
                <a:spcPts val="0"/>
              </a:spcBef>
              <a:spcAft>
                <a:spcPts val="0"/>
              </a:spcAft>
              <a:buNone/>
            </a:pPr>
            <a:r>
              <a:rPr b="0" i="0" lang="en-US" sz="1275">
                <a:solidFill>
                  <a:srgbClr val="171927"/>
                </a:solidFill>
                <a:latin typeface="Arial"/>
                <a:ea typeface="Arial"/>
                <a:cs typeface="Arial"/>
                <a:sym typeface="Arial"/>
              </a:rPr>
              <a:t>Check packaging + labels</a:t>
            </a:r>
            <a:endParaRPr/>
          </a:p>
          <a:p>
            <a:pPr indent="0" lvl="0" marL="0" marR="0" rtl="0" algn="ctr">
              <a:spcBef>
                <a:spcPts val="0"/>
              </a:spcBef>
              <a:spcAft>
                <a:spcPts val="0"/>
              </a:spcAft>
              <a:buNone/>
            </a:pPr>
            <a:r>
              <a:rPr b="0" i="0" lang="en-US" sz="1275">
                <a:solidFill>
                  <a:srgbClr val="171927"/>
                </a:solidFill>
                <a:latin typeface="Arial"/>
                <a:ea typeface="Arial"/>
                <a:cs typeface="Arial"/>
                <a:sym typeface="Arial"/>
              </a:rPr>
              <a:t>Apply partner rules</a:t>
            </a:r>
            <a:endParaRPr/>
          </a:p>
        </p:txBody>
      </p:sp>
      <p:sp>
        <p:nvSpPr>
          <p:cNvPr id="249" name="Google Shape;249;p34"/>
          <p:cNvSpPr/>
          <p:nvPr/>
        </p:nvSpPr>
        <p:spPr>
          <a:xfrm>
            <a:off x="9086850" y="2800350"/>
            <a:ext cx="2476500" cy="2076450"/>
          </a:xfrm>
          <a:prstGeom prst="roundRect">
            <a:avLst>
              <a:gd fmla="val 3670" name="adj"/>
            </a:avLst>
          </a:prstGeom>
          <a:solidFill>
            <a:srgbClr val="FFFFFF"/>
          </a:solidFill>
          <a:ln cap="flat" cmpd="sng" w="142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4"/>
          <p:cNvSpPr/>
          <p:nvPr/>
        </p:nvSpPr>
        <p:spPr>
          <a:xfrm>
            <a:off x="10048875" y="2562225"/>
            <a:ext cx="552450" cy="552450"/>
          </a:xfrm>
          <a:prstGeom prst="ellipse">
            <a:avLst/>
          </a:prstGeom>
          <a:solidFill>
            <a:srgbClr val="F168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4"/>
          <p:cNvSpPr/>
          <p:nvPr/>
        </p:nvSpPr>
        <p:spPr>
          <a:xfrm>
            <a:off x="10048875" y="2628900"/>
            <a:ext cx="552450" cy="40005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500">
                <a:solidFill>
                  <a:srgbClr val="171927"/>
                </a:solidFill>
                <a:latin typeface="Arial"/>
                <a:ea typeface="Arial"/>
                <a:cs typeface="Arial"/>
                <a:sym typeface="Arial"/>
              </a:rPr>
              <a:t>4</a:t>
            </a:r>
            <a:endParaRPr/>
          </a:p>
        </p:txBody>
      </p:sp>
      <p:sp>
        <p:nvSpPr>
          <p:cNvPr id="252" name="Google Shape;252;p34"/>
          <p:cNvSpPr/>
          <p:nvPr/>
        </p:nvSpPr>
        <p:spPr>
          <a:xfrm>
            <a:off x="9239250" y="3333750"/>
            <a:ext cx="2171700" cy="2476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200">
                <a:solidFill>
                  <a:srgbClr val="1743FF"/>
                </a:solidFill>
                <a:latin typeface="Arial"/>
                <a:ea typeface="Arial"/>
                <a:cs typeface="Arial"/>
                <a:sym typeface="Arial"/>
              </a:rPr>
              <a:t>MATCH + ROUTE</a:t>
            </a:r>
            <a:endParaRPr/>
          </a:p>
        </p:txBody>
      </p:sp>
      <p:sp>
        <p:nvSpPr>
          <p:cNvPr id="253" name="Google Shape;253;p34"/>
          <p:cNvSpPr/>
          <p:nvPr/>
        </p:nvSpPr>
        <p:spPr>
          <a:xfrm>
            <a:off x="9296400" y="3733800"/>
            <a:ext cx="2057400" cy="9048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1275">
                <a:solidFill>
                  <a:srgbClr val="171927"/>
                </a:solidFill>
                <a:latin typeface="Arial"/>
                <a:ea typeface="Arial"/>
                <a:cs typeface="Arial"/>
                <a:sym typeface="Arial"/>
              </a:rPr>
              <a:t>Food acceptance</a:t>
            </a:r>
            <a:endParaRPr/>
          </a:p>
          <a:p>
            <a:pPr indent="0" lvl="0" marL="0" marR="0" rtl="0" algn="ctr">
              <a:spcBef>
                <a:spcPts val="0"/>
              </a:spcBef>
              <a:spcAft>
                <a:spcPts val="0"/>
              </a:spcAft>
              <a:buNone/>
            </a:pPr>
            <a:r>
              <a:rPr b="0" i="0" lang="en-US" sz="1275">
                <a:solidFill>
                  <a:srgbClr val="171927"/>
                </a:solidFill>
                <a:latin typeface="Arial"/>
                <a:ea typeface="Arial"/>
                <a:cs typeface="Arial"/>
                <a:sym typeface="Arial"/>
              </a:rPr>
              <a:t>Capacity + open hours</a:t>
            </a:r>
            <a:endParaRPr/>
          </a:p>
          <a:p>
            <a:pPr indent="0" lvl="0" marL="0" marR="0" rtl="0" algn="ctr">
              <a:spcBef>
                <a:spcPts val="0"/>
              </a:spcBef>
              <a:spcAft>
                <a:spcPts val="0"/>
              </a:spcAft>
              <a:buNone/>
            </a:pPr>
            <a:r>
              <a:rPr b="0" i="0" lang="en-US" sz="1275">
                <a:solidFill>
                  <a:srgbClr val="171927"/>
                </a:solidFill>
                <a:latin typeface="Arial"/>
                <a:ea typeface="Arial"/>
                <a:cs typeface="Arial"/>
                <a:sym typeface="Arial"/>
              </a:rPr>
              <a:t>Pickup time + distance</a:t>
            </a:r>
            <a:endParaRPr/>
          </a:p>
        </p:txBody>
      </p:sp>
      <p:sp>
        <p:nvSpPr>
          <p:cNvPr id="254" name="Google Shape;254;p34"/>
          <p:cNvSpPr/>
          <p:nvPr/>
        </p:nvSpPr>
        <p:spPr>
          <a:xfrm>
            <a:off x="781050" y="5295900"/>
            <a:ext cx="10572750" cy="4381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425">
                <a:solidFill>
                  <a:srgbClr val="FFFFFF"/>
                </a:solidFill>
                <a:latin typeface="Arial"/>
                <a:ea typeface="Arial"/>
                <a:cs typeface="Arial"/>
                <a:sym typeface="Arial"/>
              </a:rPr>
              <a:t>Use only operational details needed for pickup. Never infer “allergen-free” or food safety from a photo.</a:t>
            </a:r>
            <a:endParaRPr/>
          </a:p>
        </p:txBody>
      </p:sp>
      <p:sp>
        <p:nvSpPr>
          <p:cNvPr id="255" name="Google Shape;255;p34"/>
          <p:cNvSpPr/>
          <p:nvPr/>
        </p:nvSpPr>
        <p:spPr>
          <a:xfrm>
            <a:off x="10810875" y="6477000"/>
            <a:ext cx="723900" cy="1714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050">
                <a:solidFill>
                  <a:srgbClr val="D8DBF8"/>
                </a:solidFill>
                <a:latin typeface="Arial"/>
                <a:ea typeface="Arial"/>
                <a:cs typeface="Arial"/>
                <a:sym typeface="Arial"/>
              </a:rPr>
              <a:t>05 / 07</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sp>
        <p:nvSpPr>
          <p:cNvPr id="261" name="Google Shape;261;p35"/>
          <p:cNvSpPr/>
          <p:nvPr/>
        </p:nvSpPr>
        <p:spPr>
          <a:xfrm>
            <a:off x="8382000" y="1238250"/>
            <a:ext cx="3714750" cy="3714750"/>
          </a:xfrm>
          <a:prstGeom prst="ellipse">
            <a:avLst/>
          </a:prstGeom>
          <a:solidFill>
            <a:srgbClr val="EA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5"/>
          <p:cNvSpPr/>
          <p:nvPr/>
        </p:nvSpPr>
        <p:spPr>
          <a:xfrm>
            <a:off x="742950" y="457200"/>
            <a:ext cx="4381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1743FF"/>
                </a:solidFill>
                <a:latin typeface="Arial"/>
                <a:ea typeface="Arial"/>
                <a:cs typeface="Arial"/>
                <a:sym typeface="Arial"/>
              </a:rPr>
              <a:t>THE FIRST PILOT</a:t>
            </a:r>
            <a:endParaRPr/>
          </a:p>
        </p:txBody>
      </p:sp>
      <p:sp>
        <p:nvSpPr>
          <p:cNvPr id="263" name="Google Shape;263;p35"/>
          <p:cNvSpPr/>
          <p:nvPr/>
        </p:nvSpPr>
        <p:spPr>
          <a:xfrm>
            <a:off x="723900" y="866775"/>
            <a:ext cx="10763250" cy="704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525">
                <a:solidFill>
                  <a:srgbClr val="171927"/>
                </a:solidFill>
                <a:latin typeface="Arial"/>
                <a:ea typeface="Arial"/>
                <a:cs typeface="Arial"/>
                <a:sym typeface="Arial"/>
              </a:rPr>
              <a:t>Start with one complete pickup loop</a:t>
            </a:r>
            <a:endParaRPr/>
          </a:p>
        </p:txBody>
      </p:sp>
      <p:sp>
        <p:nvSpPr>
          <p:cNvPr id="264" name="Google Shape;264;p35"/>
          <p:cNvSpPr/>
          <p:nvPr/>
        </p:nvSpPr>
        <p:spPr>
          <a:xfrm>
            <a:off x="762000" y="1619250"/>
            <a:ext cx="10287000" cy="552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25">
                <a:solidFill>
                  <a:srgbClr val="676B7A"/>
                </a:solidFill>
                <a:latin typeface="Arial"/>
                <a:ea typeface="Arial"/>
                <a:cs typeface="Arial"/>
                <a:sym typeface="Arial"/>
              </a:rPr>
              <a:t>One site, one event type, one verified recipient, and one scheduled transport pool.</a:t>
            </a:r>
            <a:endParaRPr/>
          </a:p>
        </p:txBody>
      </p:sp>
      <p:sp>
        <p:nvSpPr>
          <p:cNvPr id="265" name="Google Shape;265;p35"/>
          <p:cNvSpPr/>
          <p:nvPr/>
        </p:nvSpPr>
        <p:spPr>
          <a:xfrm>
            <a:off x="742950" y="2590800"/>
            <a:ext cx="4191000" cy="2876550"/>
          </a:xfrm>
          <a:prstGeom prst="roundRect">
            <a:avLst>
              <a:gd fmla="val 2649" name="adj"/>
            </a:avLst>
          </a:prstGeom>
          <a:solidFill>
            <a:srgbClr val="F4F5FB"/>
          </a:solidFill>
          <a:ln cap="flat" cmpd="sng" w="14275">
            <a:solidFill>
              <a:srgbClr val="D9DC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5"/>
          <p:cNvSpPr/>
          <p:nvPr/>
        </p:nvSpPr>
        <p:spPr>
          <a:xfrm>
            <a:off x="1028700" y="2857500"/>
            <a:ext cx="3619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75">
                <a:solidFill>
                  <a:srgbClr val="1743FF"/>
                </a:solidFill>
                <a:latin typeface="Arial"/>
                <a:ea typeface="Arial"/>
                <a:cs typeface="Arial"/>
                <a:sym typeface="Arial"/>
              </a:rPr>
              <a:t>PROVE THE WORKFLOW</a:t>
            </a:r>
            <a:endParaRPr/>
          </a:p>
        </p:txBody>
      </p:sp>
      <p:sp>
        <p:nvSpPr>
          <p:cNvPr id="267" name="Google Shape;267;p35"/>
          <p:cNvSpPr/>
          <p:nvPr/>
        </p:nvSpPr>
        <p:spPr>
          <a:xfrm>
            <a:off x="1047750" y="3352800"/>
            <a:ext cx="209550" cy="209550"/>
          </a:xfrm>
          <a:prstGeom prst="ellipse">
            <a:avLst/>
          </a:prstGeom>
          <a:solidFill>
            <a:srgbClr val="174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35"/>
          <p:cNvSpPr/>
          <p:nvPr/>
        </p:nvSpPr>
        <p:spPr>
          <a:xfrm>
            <a:off x="1409700" y="3324225"/>
            <a:ext cx="31813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50">
                <a:solidFill>
                  <a:srgbClr val="171927"/>
                </a:solidFill>
                <a:latin typeface="Arial"/>
                <a:ea typeface="Arial"/>
                <a:cs typeface="Arial"/>
                <a:sym typeface="Arial"/>
              </a:rPr>
              <a:t>Facility opts in at booking</a:t>
            </a:r>
            <a:endParaRPr/>
          </a:p>
        </p:txBody>
      </p:sp>
      <p:sp>
        <p:nvSpPr>
          <p:cNvPr id="269" name="Google Shape;269;p35"/>
          <p:cNvSpPr/>
          <p:nvPr/>
        </p:nvSpPr>
        <p:spPr>
          <a:xfrm>
            <a:off x="1047750" y="3819525"/>
            <a:ext cx="209550" cy="209550"/>
          </a:xfrm>
          <a:prstGeom prst="ellipse">
            <a:avLst/>
          </a:prstGeom>
          <a:solidFill>
            <a:srgbClr val="785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5"/>
          <p:cNvSpPr/>
          <p:nvPr/>
        </p:nvSpPr>
        <p:spPr>
          <a:xfrm>
            <a:off x="1409700" y="3790950"/>
            <a:ext cx="31813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50">
                <a:solidFill>
                  <a:srgbClr val="171927"/>
                </a:solidFill>
                <a:latin typeface="Arial"/>
                <a:ea typeface="Arial"/>
                <a:cs typeface="Arial"/>
                <a:sym typeface="Arial"/>
              </a:rPr>
              <a:t>Recipient + backup accept the rules</a:t>
            </a:r>
            <a:endParaRPr/>
          </a:p>
        </p:txBody>
      </p:sp>
      <p:sp>
        <p:nvSpPr>
          <p:cNvPr id="271" name="Google Shape;271;p35"/>
          <p:cNvSpPr/>
          <p:nvPr/>
        </p:nvSpPr>
        <p:spPr>
          <a:xfrm>
            <a:off x="1047750" y="4286250"/>
            <a:ext cx="209550" cy="209550"/>
          </a:xfrm>
          <a:prstGeom prst="ellipse">
            <a:avLst/>
          </a:prstGeom>
          <a:solidFill>
            <a:srgbClr val="F168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35"/>
          <p:cNvSpPr/>
          <p:nvPr/>
        </p:nvSpPr>
        <p:spPr>
          <a:xfrm>
            <a:off x="1409700" y="4257675"/>
            <a:ext cx="31813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50">
                <a:solidFill>
                  <a:srgbClr val="171927"/>
                </a:solidFill>
                <a:latin typeface="Arial"/>
                <a:ea typeface="Arial"/>
                <a:cs typeface="Arial"/>
                <a:sym typeface="Arial"/>
              </a:rPr>
              <a:t>Volunteer route has a real window</a:t>
            </a:r>
            <a:endParaRPr/>
          </a:p>
        </p:txBody>
      </p:sp>
      <p:sp>
        <p:nvSpPr>
          <p:cNvPr id="273" name="Google Shape;273;p35"/>
          <p:cNvSpPr/>
          <p:nvPr/>
        </p:nvSpPr>
        <p:spPr>
          <a:xfrm>
            <a:off x="1047750" y="4752975"/>
            <a:ext cx="209550" cy="209550"/>
          </a:xfrm>
          <a:prstGeom prst="ellipse">
            <a:avLst/>
          </a:prstGeom>
          <a:solidFill>
            <a:srgbClr val="63C9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35"/>
          <p:cNvSpPr/>
          <p:nvPr/>
        </p:nvSpPr>
        <p:spPr>
          <a:xfrm>
            <a:off x="1409700" y="4724400"/>
            <a:ext cx="318135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350">
                <a:solidFill>
                  <a:srgbClr val="171927"/>
                </a:solidFill>
                <a:latin typeface="Arial"/>
                <a:ea typeface="Arial"/>
                <a:cs typeface="Arial"/>
                <a:sym typeface="Arial"/>
              </a:rPr>
              <a:t>Host confirms actuals at close</a:t>
            </a:r>
            <a:endParaRPr/>
          </a:p>
        </p:txBody>
      </p:sp>
      <p:sp>
        <p:nvSpPr>
          <p:cNvPr id="275" name="Google Shape;275;p35"/>
          <p:cNvSpPr/>
          <p:nvPr/>
        </p:nvSpPr>
        <p:spPr>
          <a:xfrm>
            <a:off x="5657850" y="2667000"/>
            <a:ext cx="4762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75">
                <a:solidFill>
                  <a:srgbClr val="1743FF"/>
                </a:solidFill>
                <a:latin typeface="Arial"/>
                <a:ea typeface="Arial"/>
                <a:cs typeface="Arial"/>
                <a:sym typeface="Arial"/>
              </a:rPr>
              <a:t>MEASURE THE HANDOFF</a:t>
            </a:r>
            <a:endParaRPr/>
          </a:p>
        </p:txBody>
      </p:sp>
      <p:sp>
        <p:nvSpPr>
          <p:cNvPr id="276" name="Google Shape;276;p35"/>
          <p:cNvSpPr/>
          <p:nvPr/>
        </p:nvSpPr>
        <p:spPr>
          <a:xfrm>
            <a:off x="5619750" y="3143250"/>
            <a:ext cx="2571750" cy="723900"/>
          </a:xfrm>
          <a:prstGeom prst="roundRect">
            <a:avLst>
              <a:gd fmla="val 10526" name="adj"/>
            </a:avLst>
          </a:prstGeom>
          <a:solidFill>
            <a:srgbClr val="FFFFFF"/>
          </a:solidFill>
          <a:ln cap="flat" cmpd="sng" w="14275">
            <a:solidFill>
              <a:srgbClr val="D9DC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5"/>
          <p:cNvSpPr/>
          <p:nvPr/>
        </p:nvSpPr>
        <p:spPr>
          <a:xfrm>
            <a:off x="5619750" y="3143250"/>
            <a:ext cx="76200" cy="723900"/>
          </a:xfrm>
          <a:prstGeom prst="rect">
            <a:avLst/>
          </a:prstGeom>
          <a:solidFill>
            <a:srgbClr val="174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5"/>
          <p:cNvSpPr/>
          <p:nvPr/>
        </p:nvSpPr>
        <p:spPr>
          <a:xfrm>
            <a:off x="5829300" y="3276600"/>
            <a:ext cx="2209800" cy="4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275">
                <a:solidFill>
                  <a:srgbClr val="171927"/>
                </a:solidFill>
                <a:latin typeface="Arial"/>
                <a:ea typeface="Arial"/>
                <a:cs typeface="Arial"/>
                <a:sym typeface="Arial"/>
              </a:rPr>
              <a:t>Forecast vs. confirmed quantity</a:t>
            </a:r>
            <a:endParaRPr/>
          </a:p>
        </p:txBody>
      </p:sp>
      <p:sp>
        <p:nvSpPr>
          <p:cNvPr id="279" name="Google Shape;279;p35"/>
          <p:cNvSpPr/>
          <p:nvPr/>
        </p:nvSpPr>
        <p:spPr>
          <a:xfrm>
            <a:off x="8420100" y="3143250"/>
            <a:ext cx="2571750" cy="723900"/>
          </a:xfrm>
          <a:prstGeom prst="roundRect">
            <a:avLst>
              <a:gd fmla="val 10526" name="adj"/>
            </a:avLst>
          </a:prstGeom>
          <a:solidFill>
            <a:srgbClr val="FFFFFF"/>
          </a:solidFill>
          <a:ln cap="flat" cmpd="sng" w="14275">
            <a:solidFill>
              <a:srgbClr val="D9DC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35"/>
          <p:cNvSpPr/>
          <p:nvPr/>
        </p:nvSpPr>
        <p:spPr>
          <a:xfrm>
            <a:off x="8420100" y="3143250"/>
            <a:ext cx="76200" cy="723900"/>
          </a:xfrm>
          <a:prstGeom prst="rect">
            <a:avLst/>
          </a:prstGeom>
          <a:solidFill>
            <a:srgbClr val="785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35"/>
          <p:cNvSpPr/>
          <p:nvPr/>
        </p:nvSpPr>
        <p:spPr>
          <a:xfrm>
            <a:off x="8629650" y="3276600"/>
            <a:ext cx="2209800" cy="4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275">
                <a:solidFill>
                  <a:srgbClr val="171927"/>
                </a:solidFill>
                <a:latin typeface="Arial"/>
                <a:ea typeface="Arial"/>
                <a:cs typeface="Arial"/>
                <a:sym typeface="Arial"/>
              </a:rPr>
              <a:t>Offers accepted and picked up</a:t>
            </a:r>
            <a:endParaRPr/>
          </a:p>
        </p:txBody>
      </p:sp>
      <p:sp>
        <p:nvSpPr>
          <p:cNvPr id="282" name="Google Shape;282;p35"/>
          <p:cNvSpPr/>
          <p:nvPr/>
        </p:nvSpPr>
        <p:spPr>
          <a:xfrm>
            <a:off x="5619750" y="4095750"/>
            <a:ext cx="2571750" cy="723900"/>
          </a:xfrm>
          <a:prstGeom prst="roundRect">
            <a:avLst>
              <a:gd fmla="val 10526" name="adj"/>
            </a:avLst>
          </a:prstGeom>
          <a:solidFill>
            <a:srgbClr val="FFFFFF"/>
          </a:solidFill>
          <a:ln cap="flat" cmpd="sng" w="14275">
            <a:solidFill>
              <a:srgbClr val="D9DC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35"/>
          <p:cNvSpPr/>
          <p:nvPr/>
        </p:nvSpPr>
        <p:spPr>
          <a:xfrm>
            <a:off x="5619750" y="4095750"/>
            <a:ext cx="76200" cy="723900"/>
          </a:xfrm>
          <a:prstGeom prst="rect">
            <a:avLst/>
          </a:prstGeom>
          <a:solidFill>
            <a:srgbClr val="F168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5"/>
          <p:cNvSpPr/>
          <p:nvPr/>
        </p:nvSpPr>
        <p:spPr>
          <a:xfrm>
            <a:off x="5829300" y="4229100"/>
            <a:ext cx="2209800" cy="4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275">
                <a:solidFill>
                  <a:srgbClr val="171927"/>
                </a:solidFill>
                <a:latin typeface="Arial"/>
                <a:ea typeface="Arial"/>
                <a:cs typeface="Arial"/>
                <a:sym typeface="Arial"/>
              </a:rPr>
              <a:t>Time from confirmation to arrival</a:t>
            </a:r>
            <a:endParaRPr/>
          </a:p>
        </p:txBody>
      </p:sp>
      <p:sp>
        <p:nvSpPr>
          <p:cNvPr id="285" name="Google Shape;285;p35"/>
          <p:cNvSpPr/>
          <p:nvPr/>
        </p:nvSpPr>
        <p:spPr>
          <a:xfrm>
            <a:off x="8420100" y="4095750"/>
            <a:ext cx="2571750" cy="723900"/>
          </a:xfrm>
          <a:prstGeom prst="roundRect">
            <a:avLst>
              <a:gd fmla="val 10526" name="adj"/>
            </a:avLst>
          </a:prstGeom>
          <a:solidFill>
            <a:srgbClr val="FFFFFF"/>
          </a:solidFill>
          <a:ln cap="flat" cmpd="sng" w="14275">
            <a:solidFill>
              <a:srgbClr val="D9DC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5"/>
          <p:cNvSpPr/>
          <p:nvPr/>
        </p:nvSpPr>
        <p:spPr>
          <a:xfrm>
            <a:off x="8420100" y="4095750"/>
            <a:ext cx="76200" cy="723900"/>
          </a:xfrm>
          <a:prstGeom prst="rect">
            <a:avLst/>
          </a:prstGeom>
          <a:solidFill>
            <a:srgbClr val="63C9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5"/>
          <p:cNvSpPr/>
          <p:nvPr/>
        </p:nvSpPr>
        <p:spPr>
          <a:xfrm>
            <a:off x="8629650" y="4229100"/>
            <a:ext cx="2209800" cy="495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275">
                <a:solidFill>
                  <a:srgbClr val="171927"/>
                </a:solidFill>
                <a:latin typeface="Arial"/>
                <a:ea typeface="Arial"/>
                <a:cs typeface="Arial"/>
                <a:sym typeface="Arial"/>
              </a:rPr>
              <a:t>Organizer effort + recipient acceptance</a:t>
            </a:r>
            <a:endParaRPr/>
          </a:p>
        </p:txBody>
      </p:sp>
      <p:sp>
        <p:nvSpPr>
          <p:cNvPr id="288" name="Google Shape;288;p35"/>
          <p:cNvSpPr/>
          <p:nvPr/>
        </p:nvSpPr>
        <p:spPr>
          <a:xfrm>
            <a:off x="762000" y="5810250"/>
            <a:ext cx="10572750" cy="19050"/>
          </a:xfrm>
          <a:prstGeom prst="rect">
            <a:avLst/>
          </a:prstGeom>
          <a:solidFill>
            <a:srgbClr val="F1A6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5"/>
          <p:cNvSpPr/>
          <p:nvPr/>
        </p:nvSpPr>
        <p:spPr>
          <a:xfrm>
            <a:off x="781050" y="5981700"/>
            <a:ext cx="1019175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75">
                <a:solidFill>
                  <a:srgbClr val="676B7A"/>
                </a:solidFill>
                <a:latin typeface="Arial"/>
                <a:ea typeface="Arial"/>
                <a:cs typeface="Arial"/>
                <a:sym typeface="Arial"/>
              </a:rPr>
              <a:t>Funding hypothesis: host facilities / CSR support coordination; food-recovery partners pay nothing per donation.</a:t>
            </a:r>
            <a:endParaRPr/>
          </a:p>
        </p:txBody>
      </p:sp>
      <p:sp>
        <p:nvSpPr>
          <p:cNvPr id="290" name="Google Shape;290;p35"/>
          <p:cNvSpPr/>
          <p:nvPr/>
        </p:nvSpPr>
        <p:spPr>
          <a:xfrm>
            <a:off x="10810875" y="6477000"/>
            <a:ext cx="723900" cy="1714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050">
                <a:solidFill>
                  <a:srgbClr val="676B7A"/>
                </a:solidFill>
                <a:latin typeface="Arial"/>
                <a:ea typeface="Arial"/>
                <a:cs typeface="Arial"/>
                <a:sym typeface="Arial"/>
              </a:rPr>
              <a:t>06 / 07</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CFF"/>
        </a:solidFill>
      </p:bgPr>
    </p:bg>
    <p:spTree>
      <p:nvGrpSpPr>
        <p:cNvPr id="295" name="Shape 295"/>
        <p:cNvGrpSpPr/>
        <p:nvPr/>
      </p:nvGrpSpPr>
      <p:grpSpPr>
        <a:xfrm>
          <a:off x="0" y="0"/>
          <a:ext cx="0" cy="0"/>
          <a:chOff x="0" y="0"/>
          <a:chExt cx="0" cy="0"/>
        </a:xfrm>
      </p:grpSpPr>
      <p:sp>
        <p:nvSpPr>
          <p:cNvPr id="296" name="Google Shape;296;p36"/>
          <p:cNvSpPr/>
          <p:nvPr/>
        </p:nvSpPr>
        <p:spPr>
          <a:xfrm>
            <a:off x="8096250" y="76200"/>
            <a:ext cx="3429000" cy="3429000"/>
          </a:xfrm>
          <a:prstGeom prst="ellipse">
            <a:avLst/>
          </a:prstGeom>
          <a:solidFill>
            <a:srgbClr val="F8EA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6"/>
          <p:cNvSpPr/>
          <p:nvPr/>
        </p:nvSpPr>
        <p:spPr>
          <a:xfrm>
            <a:off x="742950" y="457200"/>
            <a:ext cx="438150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1743FF"/>
                </a:solidFill>
                <a:latin typeface="Arial"/>
                <a:ea typeface="Arial"/>
                <a:cs typeface="Arial"/>
                <a:sym typeface="Arial"/>
              </a:rPr>
              <a:t>MEET THE TEAM</a:t>
            </a:r>
            <a:endParaRPr/>
          </a:p>
        </p:txBody>
      </p:sp>
      <p:sp>
        <p:nvSpPr>
          <p:cNvPr id="298" name="Google Shape;298;p36"/>
          <p:cNvSpPr/>
          <p:nvPr/>
        </p:nvSpPr>
        <p:spPr>
          <a:xfrm>
            <a:off x="723900" y="866775"/>
            <a:ext cx="10763250" cy="704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3525">
                <a:solidFill>
                  <a:srgbClr val="171927"/>
                </a:solidFill>
                <a:latin typeface="Arial"/>
                <a:ea typeface="Arial"/>
                <a:cs typeface="Arial"/>
                <a:sym typeface="Arial"/>
              </a:rPr>
              <a:t>A small team. A practical first test.</a:t>
            </a:r>
            <a:endParaRPr/>
          </a:p>
        </p:txBody>
      </p:sp>
      <p:sp>
        <p:nvSpPr>
          <p:cNvPr id="299" name="Google Shape;299;p36"/>
          <p:cNvSpPr/>
          <p:nvPr/>
        </p:nvSpPr>
        <p:spPr>
          <a:xfrm>
            <a:off x="762000" y="1619250"/>
            <a:ext cx="10287000" cy="5524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725">
                <a:solidFill>
                  <a:srgbClr val="676B7A"/>
                </a:solidFill>
                <a:latin typeface="Arial"/>
                <a:ea typeface="Arial"/>
                <a:cs typeface="Arial"/>
                <a:sym typeface="Arial"/>
              </a:rPr>
              <a:t>Show the people behind the product and the work each person owns.</a:t>
            </a:r>
            <a:endParaRPr/>
          </a:p>
        </p:txBody>
      </p:sp>
      <p:sp>
        <p:nvSpPr>
          <p:cNvPr id="300" name="Google Shape;300;p36"/>
          <p:cNvSpPr/>
          <p:nvPr/>
        </p:nvSpPr>
        <p:spPr>
          <a:xfrm>
            <a:off x="742950" y="2571750"/>
            <a:ext cx="2171700" cy="1714500"/>
          </a:xfrm>
          <a:prstGeom prst="roundRect">
            <a:avLst>
              <a:gd fmla="val 4444" name="adj"/>
            </a:avLst>
          </a:prstGeom>
          <a:solidFill>
            <a:srgbClr val="FFFFFF"/>
          </a:solidFill>
          <a:ln cap="flat" cmpd="sng" w="14275">
            <a:solidFill>
              <a:srgbClr val="D9DC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36"/>
          <p:cNvSpPr/>
          <p:nvPr/>
        </p:nvSpPr>
        <p:spPr>
          <a:xfrm>
            <a:off x="1543050" y="2324100"/>
            <a:ext cx="571500" cy="571500"/>
          </a:xfrm>
          <a:prstGeom prst="ellipse">
            <a:avLst/>
          </a:prstGeom>
          <a:solidFill>
            <a:srgbClr val="1743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36"/>
          <p:cNvSpPr/>
          <p:nvPr/>
        </p:nvSpPr>
        <p:spPr>
          <a:xfrm>
            <a:off x="1543050" y="2400300"/>
            <a:ext cx="5715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350">
                <a:solidFill>
                  <a:srgbClr val="FFFFFF"/>
                </a:solidFill>
                <a:latin typeface="Arial"/>
                <a:ea typeface="Arial"/>
                <a:cs typeface="Arial"/>
                <a:sym typeface="Arial"/>
              </a:rPr>
              <a:t>01</a:t>
            </a:r>
            <a:endParaRPr/>
          </a:p>
        </p:txBody>
      </p:sp>
      <p:sp>
        <p:nvSpPr>
          <p:cNvPr id="303" name="Google Shape;303;p36"/>
          <p:cNvSpPr/>
          <p:nvPr/>
        </p:nvSpPr>
        <p:spPr>
          <a:xfrm>
            <a:off x="857250" y="3105150"/>
            <a:ext cx="1943100" cy="26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275">
                <a:solidFill>
                  <a:srgbClr val="171927"/>
                </a:solidFill>
                <a:latin typeface="Arial"/>
                <a:ea typeface="Arial"/>
                <a:cs typeface="Arial"/>
                <a:sym typeface="Arial"/>
              </a:rPr>
              <a:t>[TEAM MEMBER]</a:t>
            </a:r>
            <a:endParaRPr/>
          </a:p>
        </p:txBody>
      </p:sp>
      <p:sp>
        <p:nvSpPr>
          <p:cNvPr id="304" name="Google Shape;304;p36"/>
          <p:cNvSpPr/>
          <p:nvPr/>
        </p:nvSpPr>
        <p:spPr>
          <a:xfrm>
            <a:off x="933450" y="3505200"/>
            <a:ext cx="1790700" cy="4762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1200">
                <a:solidFill>
                  <a:srgbClr val="676B7A"/>
                </a:solidFill>
                <a:latin typeface="Arial"/>
                <a:ea typeface="Arial"/>
                <a:cs typeface="Arial"/>
                <a:sym typeface="Arial"/>
              </a:rPr>
              <a:t>[What I built / tested]</a:t>
            </a:r>
            <a:endParaRPr/>
          </a:p>
        </p:txBody>
      </p:sp>
      <p:sp>
        <p:nvSpPr>
          <p:cNvPr id="305" name="Google Shape;305;p36"/>
          <p:cNvSpPr/>
          <p:nvPr/>
        </p:nvSpPr>
        <p:spPr>
          <a:xfrm>
            <a:off x="3162300" y="2571750"/>
            <a:ext cx="2171700" cy="1714500"/>
          </a:xfrm>
          <a:prstGeom prst="roundRect">
            <a:avLst>
              <a:gd fmla="val 4444" name="adj"/>
            </a:avLst>
          </a:prstGeom>
          <a:solidFill>
            <a:srgbClr val="FFFFFF"/>
          </a:solidFill>
          <a:ln cap="flat" cmpd="sng" w="14275">
            <a:solidFill>
              <a:srgbClr val="D9DC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6"/>
          <p:cNvSpPr/>
          <p:nvPr/>
        </p:nvSpPr>
        <p:spPr>
          <a:xfrm>
            <a:off x="3962400" y="2324100"/>
            <a:ext cx="571500" cy="571500"/>
          </a:xfrm>
          <a:prstGeom prst="ellipse">
            <a:avLst/>
          </a:prstGeom>
          <a:solidFill>
            <a:srgbClr val="7855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6"/>
          <p:cNvSpPr/>
          <p:nvPr/>
        </p:nvSpPr>
        <p:spPr>
          <a:xfrm>
            <a:off x="3962400" y="2400300"/>
            <a:ext cx="5715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350">
                <a:solidFill>
                  <a:srgbClr val="FFFFFF"/>
                </a:solidFill>
                <a:latin typeface="Arial"/>
                <a:ea typeface="Arial"/>
                <a:cs typeface="Arial"/>
                <a:sym typeface="Arial"/>
              </a:rPr>
              <a:t>02</a:t>
            </a:r>
            <a:endParaRPr/>
          </a:p>
        </p:txBody>
      </p:sp>
      <p:sp>
        <p:nvSpPr>
          <p:cNvPr id="308" name="Google Shape;308;p36"/>
          <p:cNvSpPr/>
          <p:nvPr/>
        </p:nvSpPr>
        <p:spPr>
          <a:xfrm>
            <a:off x="3276600" y="3105150"/>
            <a:ext cx="1943100" cy="26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275">
                <a:solidFill>
                  <a:srgbClr val="171927"/>
                </a:solidFill>
                <a:latin typeface="Arial"/>
                <a:ea typeface="Arial"/>
                <a:cs typeface="Arial"/>
                <a:sym typeface="Arial"/>
              </a:rPr>
              <a:t>[TEAM MEMBER]</a:t>
            </a:r>
            <a:endParaRPr/>
          </a:p>
        </p:txBody>
      </p:sp>
      <p:sp>
        <p:nvSpPr>
          <p:cNvPr id="309" name="Google Shape;309;p36"/>
          <p:cNvSpPr/>
          <p:nvPr/>
        </p:nvSpPr>
        <p:spPr>
          <a:xfrm>
            <a:off x="3352800" y="3505200"/>
            <a:ext cx="1790700" cy="4762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1200">
                <a:solidFill>
                  <a:srgbClr val="676B7A"/>
                </a:solidFill>
                <a:latin typeface="Arial"/>
                <a:ea typeface="Arial"/>
                <a:cs typeface="Arial"/>
                <a:sym typeface="Arial"/>
              </a:rPr>
              <a:t>[Product / partner discovery]</a:t>
            </a:r>
            <a:endParaRPr/>
          </a:p>
        </p:txBody>
      </p:sp>
      <p:sp>
        <p:nvSpPr>
          <p:cNvPr id="310" name="Google Shape;310;p36"/>
          <p:cNvSpPr/>
          <p:nvPr/>
        </p:nvSpPr>
        <p:spPr>
          <a:xfrm>
            <a:off x="5581650" y="2571750"/>
            <a:ext cx="2171700" cy="1714500"/>
          </a:xfrm>
          <a:prstGeom prst="roundRect">
            <a:avLst>
              <a:gd fmla="val 4444" name="adj"/>
            </a:avLst>
          </a:prstGeom>
          <a:solidFill>
            <a:srgbClr val="FFFFFF"/>
          </a:solidFill>
          <a:ln cap="flat" cmpd="sng" w="14275">
            <a:solidFill>
              <a:srgbClr val="D9DC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36"/>
          <p:cNvSpPr/>
          <p:nvPr/>
        </p:nvSpPr>
        <p:spPr>
          <a:xfrm>
            <a:off x="6381750" y="2324100"/>
            <a:ext cx="571500" cy="571500"/>
          </a:xfrm>
          <a:prstGeom prst="ellipse">
            <a:avLst/>
          </a:prstGeom>
          <a:solidFill>
            <a:srgbClr val="F168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6"/>
          <p:cNvSpPr/>
          <p:nvPr/>
        </p:nvSpPr>
        <p:spPr>
          <a:xfrm>
            <a:off x="6381750" y="2400300"/>
            <a:ext cx="571500" cy="381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350">
                <a:solidFill>
                  <a:srgbClr val="FFFFFF"/>
                </a:solidFill>
                <a:latin typeface="Arial"/>
                <a:ea typeface="Arial"/>
                <a:cs typeface="Arial"/>
                <a:sym typeface="Arial"/>
              </a:rPr>
              <a:t>03</a:t>
            </a:r>
            <a:endParaRPr/>
          </a:p>
        </p:txBody>
      </p:sp>
      <p:sp>
        <p:nvSpPr>
          <p:cNvPr id="313" name="Google Shape;313;p36"/>
          <p:cNvSpPr/>
          <p:nvPr/>
        </p:nvSpPr>
        <p:spPr>
          <a:xfrm>
            <a:off x="5695950" y="3105150"/>
            <a:ext cx="1943100" cy="26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1275">
                <a:solidFill>
                  <a:srgbClr val="171927"/>
                </a:solidFill>
                <a:latin typeface="Arial"/>
                <a:ea typeface="Arial"/>
                <a:cs typeface="Arial"/>
                <a:sym typeface="Arial"/>
              </a:rPr>
              <a:t>[TEAM MEMBER]</a:t>
            </a:r>
            <a:endParaRPr/>
          </a:p>
        </p:txBody>
      </p:sp>
      <p:sp>
        <p:nvSpPr>
          <p:cNvPr id="314" name="Google Shape;314;p36"/>
          <p:cNvSpPr/>
          <p:nvPr/>
        </p:nvSpPr>
        <p:spPr>
          <a:xfrm>
            <a:off x="5772150" y="3505200"/>
            <a:ext cx="1790700" cy="4762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0" lang="en-US" sz="1200">
                <a:solidFill>
                  <a:srgbClr val="676B7A"/>
                </a:solidFill>
                <a:latin typeface="Arial"/>
                <a:ea typeface="Arial"/>
                <a:cs typeface="Arial"/>
                <a:sym typeface="Arial"/>
              </a:rPr>
              <a:t>[Logistics / operations]</a:t>
            </a:r>
            <a:endParaRPr/>
          </a:p>
        </p:txBody>
      </p:sp>
      <p:sp>
        <p:nvSpPr>
          <p:cNvPr id="315" name="Google Shape;315;p36"/>
          <p:cNvSpPr/>
          <p:nvPr/>
        </p:nvSpPr>
        <p:spPr>
          <a:xfrm>
            <a:off x="8343900" y="2571750"/>
            <a:ext cx="3086100" cy="1714500"/>
          </a:xfrm>
          <a:prstGeom prst="roundRect">
            <a:avLst>
              <a:gd fmla="val 4444" name="adj"/>
            </a:avLst>
          </a:prstGeom>
          <a:solidFill>
            <a:srgbClr val="1743FF"/>
          </a:solidFill>
          <a:ln cap="flat" cmpd="sng" w="14275">
            <a:solidFill>
              <a:srgbClr val="1743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6"/>
          <p:cNvSpPr/>
          <p:nvPr/>
        </p:nvSpPr>
        <p:spPr>
          <a:xfrm>
            <a:off x="8591550" y="2838450"/>
            <a:ext cx="2571750" cy="2476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200">
                <a:solidFill>
                  <a:srgbClr val="D9E2FF"/>
                </a:solidFill>
                <a:latin typeface="Arial"/>
                <a:ea typeface="Arial"/>
                <a:cs typeface="Arial"/>
                <a:sym typeface="Arial"/>
              </a:rPr>
              <a:t>OUR ASK</a:t>
            </a:r>
            <a:endParaRPr/>
          </a:p>
        </p:txBody>
      </p:sp>
      <p:sp>
        <p:nvSpPr>
          <p:cNvPr id="317" name="Google Shape;317;p36"/>
          <p:cNvSpPr/>
          <p:nvPr/>
        </p:nvSpPr>
        <p:spPr>
          <a:xfrm>
            <a:off x="8591550" y="3228975"/>
            <a:ext cx="2571750" cy="857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1500">
                <a:solidFill>
                  <a:srgbClr val="FFFFFF"/>
                </a:solidFill>
                <a:latin typeface="Arial"/>
                <a:ea typeface="Arial"/>
                <a:cs typeface="Arial"/>
                <a:sym typeface="Arial"/>
              </a:rPr>
              <a:t>Help us find one event host, one food partner, and one transport partner for a pilot.</a:t>
            </a:r>
            <a:endParaRPr/>
          </a:p>
        </p:txBody>
      </p:sp>
      <p:sp>
        <p:nvSpPr>
          <p:cNvPr id="318" name="Google Shape;318;p36"/>
          <p:cNvSpPr/>
          <p:nvPr/>
        </p:nvSpPr>
        <p:spPr>
          <a:xfrm>
            <a:off x="762000" y="4810125"/>
            <a:ext cx="10668000" cy="19050"/>
          </a:xfrm>
          <a:prstGeom prst="rect">
            <a:avLst/>
          </a:prstGeom>
          <a:solidFill>
            <a:srgbClr val="D9DC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6"/>
          <p:cNvSpPr/>
          <p:nvPr/>
        </p:nvSpPr>
        <p:spPr>
          <a:xfrm>
            <a:off x="781050" y="5095875"/>
            <a:ext cx="10477500" cy="5905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i="0" lang="en-US" sz="2400">
                <a:solidFill>
                  <a:srgbClr val="1743FF"/>
                </a:solidFill>
                <a:latin typeface="Arial"/>
                <a:ea typeface="Arial"/>
                <a:cs typeface="Arial"/>
                <a:sym typeface="Arial"/>
              </a:rPr>
              <a:t>Not Wasted.  Surplus saved.  Not wasted.</a:t>
            </a:r>
            <a:endParaRPr/>
          </a:p>
        </p:txBody>
      </p:sp>
      <p:sp>
        <p:nvSpPr>
          <p:cNvPr id="320" name="Google Shape;320;p36"/>
          <p:cNvSpPr/>
          <p:nvPr/>
        </p:nvSpPr>
        <p:spPr>
          <a:xfrm>
            <a:off x="10810875" y="6477000"/>
            <a:ext cx="723900" cy="1714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1" i="0" lang="en-US" sz="1050">
                <a:solidFill>
                  <a:srgbClr val="676B7A"/>
                </a:solidFill>
                <a:latin typeface="Arial"/>
                <a:ea typeface="Arial"/>
                <a:cs typeface="Arial"/>
                <a:sym typeface="Arial"/>
              </a:rPr>
              <a:t>07 / 07</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7EA"/>
        </a:solidFill>
      </p:bgPr>
    </p:bg>
    <p:spTree>
      <p:nvGrpSpPr>
        <p:cNvPr id="325" name="Shape 325"/>
        <p:cNvGrpSpPr/>
        <p:nvPr/>
      </p:nvGrpSpPr>
      <p:grpSpPr>
        <a:xfrm>
          <a:off x="0" y="0"/>
          <a:ext cx="0" cy="0"/>
          <a:chOff x="0" y="0"/>
          <a:chExt cx="0" cy="0"/>
        </a:xfrm>
      </p:grpSpPr>
      <p:pic>
        <p:nvPicPr>
          <p:cNvPr id="326" name="Google Shape;326;p37" title="Logo - color.png"/>
          <p:cNvPicPr preferRelativeResize="0"/>
          <p:nvPr/>
        </p:nvPicPr>
        <p:blipFill>
          <a:blip r:embed="rId3">
            <a:alphaModFix/>
          </a:blip>
          <a:stretch>
            <a:fillRect/>
          </a:stretch>
        </p:blipFill>
        <p:spPr>
          <a:xfrm>
            <a:off x="2374113" y="344700"/>
            <a:ext cx="7443768" cy="6513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2039"/>
        </a:solidFill>
      </p:bgPr>
    </p:bg>
    <p:spTree>
      <p:nvGrpSpPr>
        <p:cNvPr id="331" name="Shape 331"/>
        <p:cNvGrpSpPr/>
        <p:nvPr/>
      </p:nvGrpSpPr>
      <p:grpSpPr>
        <a:xfrm>
          <a:off x="0" y="0"/>
          <a:ext cx="0" cy="0"/>
          <a:chOff x="0" y="0"/>
          <a:chExt cx="0" cy="0"/>
        </a:xfrm>
      </p:grpSpPr>
      <p:sp>
        <p:nvSpPr>
          <p:cNvPr id="332" name="Google Shape;332;p38"/>
          <p:cNvSpPr/>
          <p:nvPr/>
        </p:nvSpPr>
        <p:spPr>
          <a:xfrm>
            <a:off x="571500" y="504825"/>
            <a:ext cx="95250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500">
                <a:solidFill>
                  <a:srgbClr val="D8E7C3"/>
                </a:solidFill>
                <a:latin typeface="Arial"/>
                <a:ea typeface="Arial"/>
                <a:cs typeface="Arial"/>
                <a:sym typeface="Arial"/>
              </a:rPr>
              <a:t>VANDY HACKS / ORACLE CHALLENGE</a:t>
            </a:r>
            <a:endParaRPr/>
          </a:p>
        </p:txBody>
      </p:sp>
      <p:sp>
        <p:nvSpPr>
          <p:cNvPr id="333" name="Google Shape;333;p38"/>
          <p:cNvSpPr/>
          <p:nvPr/>
        </p:nvSpPr>
        <p:spPr>
          <a:xfrm>
            <a:off x="571500" y="2102425"/>
            <a:ext cx="11348100" cy="1869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9700">
                <a:solidFill>
                  <a:srgbClr val="FFF7EA"/>
                </a:solidFill>
                <a:latin typeface="Arial"/>
                <a:ea typeface="Arial"/>
                <a:cs typeface="Arial"/>
                <a:sym typeface="Arial"/>
              </a:rPr>
              <a:t>Not Wasted</a:t>
            </a:r>
            <a:endParaRPr sz="10000"/>
          </a:p>
        </p:txBody>
      </p:sp>
      <p:sp>
        <p:nvSpPr>
          <p:cNvPr id="334" name="Google Shape;334;p38"/>
          <p:cNvSpPr/>
          <p:nvPr/>
        </p:nvSpPr>
        <p:spPr>
          <a:xfrm>
            <a:off x="647775" y="1488050"/>
            <a:ext cx="11039400" cy="762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4000">
                <a:solidFill>
                  <a:srgbClr val="EF775F"/>
                </a:solidFill>
                <a:latin typeface="Arial"/>
                <a:ea typeface="Arial"/>
                <a:cs typeface="Arial"/>
                <a:sym typeface="Arial"/>
              </a:rPr>
              <a:t>Surplus saved</a:t>
            </a:r>
            <a:endParaRPr sz="2100"/>
          </a:p>
        </p:txBody>
      </p:sp>
      <p:sp>
        <p:nvSpPr>
          <p:cNvPr id="335" name="Google Shape;335;p38"/>
          <p:cNvSpPr/>
          <p:nvPr/>
        </p:nvSpPr>
        <p:spPr>
          <a:xfrm>
            <a:off x="514350" y="6086325"/>
            <a:ext cx="66675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575">
                <a:solidFill>
                  <a:srgbClr val="D8E7C3"/>
                </a:solidFill>
              </a:rPr>
              <a:t>Team “Oracle of Plenty”</a:t>
            </a:r>
            <a:endParaRPr/>
          </a:p>
        </p:txBody>
      </p:sp>
      <p:sp>
        <p:nvSpPr>
          <p:cNvPr id="336" name="Google Shape;336;p38"/>
          <p:cNvSpPr/>
          <p:nvPr/>
        </p:nvSpPr>
        <p:spPr>
          <a:xfrm>
            <a:off x="11353800" y="6372225"/>
            <a:ext cx="333375" cy="21907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lang="en-US" sz="1200">
                <a:solidFill>
                  <a:srgbClr val="D8E7C3"/>
                </a:solidFill>
                <a:latin typeface="Arial"/>
                <a:ea typeface="Arial"/>
                <a:cs typeface="Arial"/>
                <a:sym typeface="Arial"/>
              </a:rPr>
              <a:t>01</a:t>
            </a:r>
            <a:endParaRPr/>
          </a:p>
        </p:txBody>
      </p:sp>
      <p:pic>
        <p:nvPicPr>
          <p:cNvPr id="337" name="Google Shape;337;p38" title="Logo - color.png"/>
          <p:cNvPicPr preferRelativeResize="0"/>
          <p:nvPr/>
        </p:nvPicPr>
        <p:blipFill>
          <a:blip r:embed="rId3">
            <a:alphaModFix/>
          </a:blip>
          <a:stretch>
            <a:fillRect/>
          </a:stretch>
        </p:blipFill>
        <p:spPr>
          <a:xfrm>
            <a:off x="10714950" y="164875"/>
            <a:ext cx="1291250" cy="1129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7EA"/>
        </a:solidFill>
      </p:bgPr>
    </p:bg>
    <p:spTree>
      <p:nvGrpSpPr>
        <p:cNvPr id="341" name="Shape 341"/>
        <p:cNvGrpSpPr/>
        <p:nvPr/>
      </p:nvGrpSpPr>
      <p:grpSpPr>
        <a:xfrm>
          <a:off x="0" y="0"/>
          <a:ext cx="0" cy="0"/>
          <a:chOff x="0" y="0"/>
          <a:chExt cx="0" cy="0"/>
        </a:xfrm>
      </p:grpSpPr>
      <p:sp>
        <p:nvSpPr>
          <p:cNvPr id="342" name="Google Shape;342;p39"/>
          <p:cNvSpPr txBox="1"/>
          <p:nvPr/>
        </p:nvSpPr>
        <p:spPr>
          <a:xfrm>
            <a:off x="640097" y="749808"/>
            <a:ext cx="10058700" cy="723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400" u="none" cap="none" strike="noStrike">
                <a:solidFill>
                  <a:schemeClr val="dk1"/>
                </a:solidFill>
                <a:latin typeface="Arial"/>
                <a:ea typeface="Arial"/>
                <a:cs typeface="Arial"/>
                <a:sym typeface="Arial"/>
              </a:rPr>
              <a:t>Meet the team</a:t>
            </a:r>
            <a:r>
              <a:rPr b="1" i="0" lang="en-US" sz="4100" u="none" cap="none" strike="noStrike">
                <a:solidFill>
                  <a:schemeClr val="dk1"/>
                </a:solidFill>
                <a:latin typeface="Arial"/>
                <a:ea typeface="Arial"/>
                <a:cs typeface="Arial"/>
                <a:sym typeface="Arial"/>
              </a:rPr>
              <a:t> </a:t>
            </a:r>
            <a:endParaRPr sz="2400">
              <a:solidFill>
                <a:schemeClr val="dk1"/>
              </a:solidFill>
            </a:endParaRPr>
          </a:p>
        </p:txBody>
      </p:sp>
      <p:sp>
        <p:nvSpPr>
          <p:cNvPr id="343" name="Google Shape;343;p39"/>
          <p:cNvSpPr txBox="1"/>
          <p:nvPr/>
        </p:nvSpPr>
        <p:spPr>
          <a:xfrm>
            <a:off x="640097" y="1417320"/>
            <a:ext cx="100587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344" name="Google Shape;344;p39"/>
          <p:cNvSpPr/>
          <p:nvPr/>
        </p:nvSpPr>
        <p:spPr>
          <a:xfrm>
            <a:off x="658386" y="2011680"/>
            <a:ext cx="3575399" cy="2057400"/>
          </a:xfrm>
          <a:prstGeom prst="roundRect">
            <a:avLst>
              <a:gd fmla="val 16667" name="adj"/>
            </a:avLst>
          </a:prstGeom>
          <a:solidFill>
            <a:srgbClr val="D9EAD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5" name="Google Shape;345;p39"/>
          <p:cNvSpPr/>
          <p:nvPr/>
        </p:nvSpPr>
        <p:spPr>
          <a:xfrm>
            <a:off x="841269" y="2322576"/>
            <a:ext cx="1298483" cy="1298448"/>
          </a:xfrm>
          <a:prstGeom prst="ellipse">
            <a:avLst/>
          </a:prstGeom>
          <a:solidFill>
            <a:srgbClr val="CCDDC4"/>
          </a:solidFill>
          <a:ln cap="flat" cmpd="sng" w="9525">
            <a:solidFill>
              <a:srgbClr val="B0C9A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6" name="Google Shape;346;p39"/>
          <p:cNvSpPr txBox="1"/>
          <p:nvPr/>
        </p:nvSpPr>
        <p:spPr>
          <a:xfrm>
            <a:off x="1042443" y="2816352"/>
            <a:ext cx="896136"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57755C"/>
                </a:solidFill>
                <a:latin typeface="Arial"/>
                <a:ea typeface="Arial"/>
                <a:cs typeface="Arial"/>
                <a:sym typeface="Arial"/>
              </a:rPr>
              <a:t>PHOTO</a:t>
            </a:r>
            <a:endParaRPr/>
          </a:p>
        </p:txBody>
      </p:sp>
      <p:sp>
        <p:nvSpPr>
          <p:cNvPr id="347" name="Google Shape;347;p39"/>
          <p:cNvSpPr txBox="1"/>
          <p:nvPr/>
        </p:nvSpPr>
        <p:spPr>
          <a:xfrm>
            <a:off x="2295205" y="2322576"/>
            <a:ext cx="17922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rgbClr val="254B3B"/>
                </a:solidFill>
              </a:rPr>
              <a:t>Shiv</a:t>
            </a:r>
            <a:endParaRPr/>
          </a:p>
        </p:txBody>
      </p:sp>
      <p:sp>
        <p:nvSpPr>
          <p:cNvPr id="348" name="Google Shape;348;p39"/>
          <p:cNvSpPr txBox="1"/>
          <p:nvPr/>
        </p:nvSpPr>
        <p:spPr>
          <a:xfrm>
            <a:off x="2295205" y="2779776"/>
            <a:ext cx="17373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47684E"/>
                </a:solidFill>
              </a:rPr>
              <a:t>Hacker</a:t>
            </a:r>
            <a:r>
              <a:rPr b="1" i="0" lang="en-US" sz="1200" u="none" cap="none" strike="noStrike">
                <a:solidFill>
                  <a:srgbClr val="47684E"/>
                </a:solidFill>
                <a:latin typeface="Arial"/>
                <a:ea typeface="Arial"/>
                <a:cs typeface="Arial"/>
                <a:sym typeface="Arial"/>
              </a:rPr>
              <a:t> / </a:t>
            </a:r>
            <a:r>
              <a:rPr b="1" lang="en-US" sz="1200">
                <a:solidFill>
                  <a:srgbClr val="47684E"/>
                </a:solidFill>
              </a:rPr>
              <a:t>AI Engineer</a:t>
            </a:r>
            <a:endParaRPr/>
          </a:p>
        </p:txBody>
      </p:sp>
      <p:sp>
        <p:nvSpPr>
          <p:cNvPr id="349" name="Google Shape;349;p39"/>
          <p:cNvSpPr/>
          <p:nvPr/>
        </p:nvSpPr>
        <p:spPr>
          <a:xfrm>
            <a:off x="4480678" y="2011680"/>
            <a:ext cx="3575399" cy="2057400"/>
          </a:xfrm>
          <a:prstGeom prst="roundRect">
            <a:avLst>
              <a:gd fmla="val 16667" name="adj"/>
            </a:avLst>
          </a:prstGeom>
          <a:solidFill>
            <a:srgbClr val="D9EAD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0" name="Google Shape;350;p39"/>
          <p:cNvSpPr/>
          <p:nvPr/>
        </p:nvSpPr>
        <p:spPr>
          <a:xfrm>
            <a:off x="4663564" y="2322576"/>
            <a:ext cx="1298483" cy="1298448"/>
          </a:xfrm>
          <a:prstGeom prst="ellipse">
            <a:avLst/>
          </a:prstGeom>
          <a:solidFill>
            <a:srgbClr val="CCDDC4"/>
          </a:solidFill>
          <a:ln cap="flat" cmpd="sng" w="9525">
            <a:solidFill>
              <a:srgbClr val="B0C9A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1" name="Google Shape;351;p39"/>
          <p:cNvSpPr txBox="1"/>
          <p:nvPr/>
        </p:nvSpPr>
        <p:spPr>
          <a:xfrm>
            <a:off x="4864737" y="2816352"/>
            <a:ext cx="896136"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57755C"/>
                </a:solidFill>
                <a:latin typeface="Arial"/>
                <a:ea typeface="Arial"/>
                <a:cs typeface="Arial"/>
                <a:sym typeface="Arial"/>
              </a:rPr>
              <a:t>PHOTO</a:t>
            </a:r>
            <a:endParaRPr/>
          </a:p>
        </p:txBody>
      </p:sp>
      <p:sp>
        <p:nvSpPr>
          <p:cNvPr id="352" name="Google Shape;352;p39"/>
          <p:cNvSpPr txBox="1"/>
          <p:nvPr/>
        </p:nvSpPr>
        <p:spPr>
          <a:xfrm>
            <a:off x="6117499" y="2322576"/>
            <a:ext cx="17922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rgbClr val="254B3B"/>
                </a:solidFill>
              </a:rPr>
              <a:t>Summer Shang</a:t>
            </a:r>
            <a:endParaRPr/>
          </a:p>
        </p:txBody>
      </p:sp>
      <p:sp>
        <p:nvSpPr>
          <p:cNvPr id="353" name="Google Shape;353;p39"/>
          <p:cNvSpPr txBox="1"/>
          <p:nvPr/>
        </p:nvSpPr>
        <p:spPr>
          <a:xfrm>
            <a:off x="6117500" y="2779775"/>
            <a:ext cx="18615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47684E"/>
                </a:solidFill>
              </a:rPr>
              <a:t>Hacker</a:t>
            </a:r>
            <a:r>
              <a:rPr b="1" i="0" lang="en-US" sz="1200" u="none" cap="none" strike="noStrike">
                <a:solidFill>
                  <a:srgbClr val="47684E"/>
                </a:solidFill>
                <a:latin typeface="Arial"/>
                <a:ea typeface="Arial"/>
                <a:cs typeface="Arial"/>
                <a:sym typeface="Arial"/>
              </a:rPr>
              <a:t> / </a:t>
            </a:r>
            <a:r>
              <a:rPr b="1" lang="en-US" sz="1200">
                <a:solidFill>
                  <a:srgbClr val="47684E"/>
                </a:solidFill>
              </a:rPr>
              <a:t>CS &amp; Math Undergrad</a:t>
            </a:r>
            <a:endParaRPr/>
          </a:p>
        </p:txBody>
      </p:sp>
      <p:sp>
        <p:nvSpPr>
          <p:cNvPr id="354" name="Google Shape;354;p39"/>
          <p:cNvSpPr/>
          <p:nvPr/>
        </p:nvSpPr>
        <p:spPr>
          <a:xfrm>
            <a:off x="8302973" y="2011680"/>
            <a:ext cx="3575399" cy="2057400"/>
          </a:xfrm>
          <a:prstGeom prst="roundRect">
            <a:avLst>
              <a:gd fmla="val 16667" name="adj"/>
            </a:avLst>
          </a:prstGeom>
          <a:solidFill>
            <a:srgbClr val="D9EAD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39"/>
          <p:cNvSpPr/>
          <p:nvPr/>
        </p:nvSpPr>
        <p:spPr>
          <a:xfrm>
            <a:off x="8485858" y="2322576"/>
            <a:ext cx="1298483" cy="1298448"/>
          </a:xfrm>
          <a:prstGeom prst="ellipse">
            <a:avLst/>
          </a:prstGeom>
          <a:solidFill>
            <a:srgbClr val="CCDDC4"/>
          </a:solidFill>
          <a:ln cap="flat" cmpd="sng" w="9525">
            <a:solidFill>
              <a:srgbClr val="B0C9A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6" name="Google Shape;356;p39"/>
          <p:cNvSpPr txBox="1"/>
          <p:nvPr/>
        </p:nvSpPr>
        <p:spPr>
          <a:xfrm>
            <a:off x="8687032" y="2816352"/>
            <a:ext cx="896136"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57755C"/>
                </a:solidFill>
                <a:latin typeface="Arial"/>
                <a:ea typeface="Arial"/>
                <a:cs typeface="Arial"/>
                <a:sym typeface="Arial"/>
              </a:rPr>
              <a:t>PHOTO</a:t>
            </a:r>
            <a:endParaRPr/>
          </a:p>
        </p:txBody>
      </p:sp>
      <p:sp>
        <p:nvSpPr>
          <p:cNvPr id="357" name="Google Shape;357;p39"/>
          <p:cNvSpPr txBox="1"/>
          <p:nvPr/>
        </p:nvSpPr>
        <p:spPr>
          <a:xfrm>
            <a:off x="9939793" y="2322576"/>
            <a:ext cx="17922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rgbClr val="254B3B"/>
                </a:solidFill>
              </a:rPr>
              <a:t>Gracie</a:t>
            </a:r>
            <a:endParaRPr/>
          </a:p>
        </p:txBody>
      </p:sp>
      <p:sp>
        <p:nvSpPr>
          <p:cNvPr id="358" name="Google Shape;358;p39"/>
          <p:cNvSpPr txBox="1"/>
          <p:nvPr/>
        </p:nvSpPr>
        <p:spPr>
          <a:xfrm>
            <a:off x="9939793" y="2779776"/>
            <a:ext cx="17373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47684E"/>
                </a:solidFill>
              </a:rPr>
              <a:t>Hacker /</a:t>
            </a:r>
            <a:r>
              <a:rPr b="1" i="0" lang="en-US" sz="1200" u="none" cap="none" strike="noStrike">
                <a:solidFill>
                  <a:srgbClr val="47684E"/>
                </a:solidFill>
                <a:latin typeface="Arial"/>
                <a:ea typeface="Arial"/>
                <a:cs typeface="Arial"/>
                <a:sym typeface="Arial"/>
              </a:rPr>
              <a:t> Major</a:t>
            </a:r>
            <a:endParaRPr/>
          </a:p>
        </p:txBody>
      </p:sp>
      <p:sp>
        <p:nvSpPr>
          <p:cNvPr id="359" name="Google Shape;359;p39"/>
          <p:cNvSpPr/>
          <p:nvPr/>
        </p:nvSpPr>
        <p:spPr>
          <a:xfrm>
            <a:off x="658386" y="4279392"/>
            <a:ext cx="3575399" cy="2057400"/>
          </a:xfrm>
          <a:prstGeom prst="roundRect">
            <a:avLst>
              <a:gd fmla="val 16667" name="adj"/>
            </a:avLst>
          </a:prstGeom>
          <a:solidFill>
            <a:srgbClr val="D9EAD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0" name="Google Shape;360;p39"/>
          <p:cNvSpPr/>
          <p:nvPr/>
        </p:nvSpPr>
        <p:spPr>
          <a:xfrm>
            <a:off x="841269" y="4590288"/>
            <a:ext cx="1298483" cy="1298448"/>
          </a:xfrm>
          <a:prstGeom prst="ellipse">
            <a:avLst/>
          </a:prstGeom>
          <a:solidFill>
            <a:srgbClr val="CCDDC4"/>
          </a:solidFill>
          <a:ln cap="flat" cmpd="sng" w="9525">
            <a:solidFill>
              <a:srgbClr val="B0C9A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39"/>
          <p:cNvSpPr txBox="1"/>
          <p:nvPr/>
        </p:nvSpPr>
        <p:spPr>
          <a:xfrm>
            <a:off x="1042443" y="5084064"/>
            <a:ext cx="896136"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57755C"/>
                </a:solidFill>
                <a:latin typeface="Arial"/>
                <a:ea typeface="Arial"/>
                <a:cs typeface="Arial"/>
                <a:sym typeface="Arial"/>
              </a:rPr>
              <a:t>PHOTO</a:t>
            </a:r>
            <a:endParaRPr/>
          </a:p>
        </p:txBody>
      </p:sp>
      <p:sp>
        <p:nvSpPr>
          <p:cNvPr id="362" name="Google Shape;362;p39"/>
          <p:cNvSpPr txBox="1"/>
          <p:nvPr/>
        </p:nvSpPr>
        <p:spPr>
          <a:xfrm>
            <a:off x="2295205" y="4590288"/>
            <a:ext cx="17922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rgbClr val="254B3B"/>
                </a:solidFill>
              </a:rPr>
              <a:t>Jisoo Sun</a:t>
            </a:r>
            <a:endParaRPr/>
          </a:p>
        </p:txBody>
      </p:sp>
      <p:sp>
        <p:nvSpPr>
          <p:cNvPr id="363" name="Google Shape;363;p39"/>
          <p:cNvSpPr txBox="1"/>
          <p:nvPr/>
        </p:nvSpPr>
        <p:spPr>
          <a:xfrm>
            <a:off x="2295205" y="5047488"/>
            <a:ext cx="17373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47684E"/>
                </a:solidFill>
              </a:rPr>
              <a:t>Hipster / UX Researcher</a:t>
            </a:r>
            <a:endParaRPr/>
          </a:p>
        </p:txBody>
      </p:sp>
      <p:sp>
        <p:nvSpPr>
          <p:cNvPr id="364" name="Google Shape;364;p39"/>
          <p:cNvSpPr/>
          <p:nvPr/>
        </p:nvSpPr>
        <p:spPr>
          <a:xfrm>
            <a:off x="4480678" y="4279392"/>
            <a:ext cx="3575399" cy="2057400"/>
          </a:xfrm>
          <a:prstGeom prst="roundRect">
            <a:avLst>
              <a:gd fmla="val 16667" name="adj"/>
            </a:avLst>
          </a:prstGeom>
          <a:solidFill>
            <a:srgbClr val="D9EAD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5" name="Google Shape;365;p39"/>
          <p:cNvSpPr/>
          <p:nvPr/>
        </p:nvSpPr>
        <p:spPr>
          <a:xfrm>
            <a:off x="4663564" y="4590288"/>
            <a:ext cx="1298483" cy="1298448"/>
          </a:xfrm>
          <a:prstGeom prst="ellipse">
            <a:avLst/>
          </a:prstGeom>
          <a:solidFill>
            <a:srgbClr val="CCDDC4"/>
          </a:solidFill>
          <a:ln cap="flat" cmpd="sng" w="9525">
            <a:solidFill>
              <a:srgbClr val="B0C9A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6" name="Google Shape;366;p39"/>
          <p:cNvSpPr txBox="1"/>
          <p:nvPr/>
        </p:nvSpPr>
        <p:spPr>
          <a:xfrm>
            <a:off x="4864737" y="5084064"/>
            <a:ext cx="896136"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57755C"/>
                </a:solidFill>
                <a:latin typeface="Arial"/>
                <a:ea typeface="Arial"/>
                <a:cs typeface="Arial"/>
                <a:sym typeface="Arial"/>
              </a:rPr>
              <a:t>PHOTO</a:t>
            </a:r>
            <a:endParaRPr/>
          </a:p>
        </p:txBody>
      </p:sp>
      <p:sp>
        <p:nvSpPr>
          <p:cNvPr id="367" name="Google Shape;367;p39"/>
          <p:cNvSpPr txBox="1"/>
          <p:nvPr/>
        </p:nvSpPr>
        <p:spPr>
          <a:xfrm>
            <a:off x="6117499" y="4590288"/>
            <a:ext cx="17922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rgbClr val="254B3B"/>
                </a:solidFill>
              </a:rPr>
              <a:t>Namuun Zolbadrakh</a:t>
            </a:r>
            <a:endParaRPr/>
          </a:p>
        </p:txBody>
      </p:sp>
      <p:sp>
        <p:nvSpPr>
          <p:cNvPr id="368" name="Google Shape;368;p39"/>
          <p:cNvSpPr txBox="1"/>
          <p:nvPr/>
        </p:nvSpPr>
        <p:spPr>
          <a:xfrm>
            <a:off x="6117499" y="5259155"/>
            <a:ext cx="17373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47684E"/>
                </a:solidFill>
              </a:rPr>
              <a:t>Hipster </a:t>
            </a:r>
            <a:r>
              <a:rPr b="1" i="0" lang="en-US" sz="1200" u="none" cap="none" strike="noStrike">
                <a:solidFill>
                  <a:srgbClr val="47684E"/>
                </a:solidFill>
                <a:latin typeface="Arial"/>
                <a:ea typeface="Arial"/>
                <a:cs typeface="Arial"/>
                <a:sym typeface="Arial"/>
              </a:rPr>
              <a:t>/ </a:t>
            </a:r>
            <a:r>
              <a:rPr b="1" lang="en-US" sz="1200">
                <a:solidFill>
                  <a:srgbClr val="47684E"/>
                </a:solidFill>
              </a:rPr>
              <a:t>Undergrad</a:t>
            </a:r>
            <a:endParaRPr/>
          </a:p>
        </p:txBody>
      </p:sp>
      <p:sp>
        <p:nvSpPr>
          <p:cNvPr id="369" name="Google Shape;369;p39"/>
          <p:cNvSpPr/>
          <p:nvPr/>
        </p:nvSpPr>
        <p:spPr>
          <a:xfrm>
            <a:off x="8302973" y="4279392"/>
            <a:ext cx="3575399" cy="2057400"/>
          </a:xfrm>
          <a:prstGeom prst="roundRect">
            <a:avLst>
              <a:gd fmla="val 16667" name="adj"/>
            </a:avLst>
          </a:prstGeom>
          <a:solidFill>
            <a:srgbClr val="D9EAD3"/>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0" name="Google Shape;370;p39"/>
          <p:cNvSpPr/>
          <p:nvPr/>
        </p:nvSpPr>
        <p:spPr>
          <a:xfrm>
            <a:off x="8485858" y="4590288"/>
            <a:ext cx="1298483" cy="1298448"/>
          </a:xfrm>
          <a:prstGeom prst="ellipse">
            <a:avLst/>
          </a:prstGeom>
          <a:solidFill>
            <a:srgbClr val="CCDDC4"/>
          </a:solidFill>
          <a:ln cap="flat" cmpd="sng" w="9525">
            <a:solidFill>
              <a:srgbClr val="B0C9AA"/>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1" name="Google Shape;371;p39"/>
          <p:cNvSpPr txBox="1"/>
          <p:nvPr/>
        </p:nvSpPr>
        <p:spPr>
          <a:xfrm>
            <a:off x="8687032" y="5084064"/>
            <a:ext cx="896136" cy="2377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000" u="none" cap="none" strike="noStrike">
                <a:solidFill>
                  <a:srgbClr val="57755C"/>
                </a:solidFill>
                <a:latin typeface="Arial"/>
                <a:ea typeface="Arial"/>
                <a:cs typeface="Arial"/>
                <a:sym typeface="Arial"/>
              </a:rPr>
              <a:t>PHOTO</a:t>
            </a:r>
            <a:endParaRPr/>
          </a:p>
        </p:txBody>
      </p:sp>
      <p:sp>
        <p:nvSpPr>
          <p:cNvPr id="372" name="Google Shape;372;p39"/>
          <p:cNvSpPr txBox="1"/>
          <p:nvPr/>
        </p:nvSpPr>
        <p:spPr>
          <a:xfrm>
            <a:off x="9939793" y="4590288"/>
            <a:ext cx="17922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rgbClr val="254B3B"/>
                </a:solidFill>
              </a:rPr>
              <a:t>Karver Repp</a:t>
            </a:r>
            <a:endParaRPr/>
          </a:p>
        </p:txBody>
      </p:sp>
      <p:sp>
        <p:nvSpPr>
          <p:cNvPr id="373" name="Google Shape;373;p39"/>
          <p:cNvSpPr txBox="1"/>
          <p:nvPr/>
        </p:nvSpPr>
        <p:spPr>
          <a:xfrm>
            <a:off x="9939793" y="5047488"/>
            <a:ext cx="17373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47684E"/>
                </a:solidFill>
              </a:rPr>
              <a:t>Hustler / Undergrad</a:t>
            </a:r>
            <a:endParaRPr b="1" sz="1200">
              <a:solidFill>
                <a:srgbClr val="47684E"/>
              </a:solidFill>
            </a:endParaRPr>
          </a:p>
        </p:txBody>
      </p:sp>
      <p:pic>
        <p:nvPicPr>
          <p:cNvPr id="374" name="Google Shape;374;p39" title="Logo - color.png"/>
          <p:cNvPicPr preferRelativeResize="0"/>
          <p:nvPr/>
        </p:nvPicPr>
        <p:blipFill>
          <a:blip r:embed="rId3">
            <a:alphaModFix/>
          </a:blip>
          <a:stretch>
            <a:fillRect/>
          </a:stretch>
        </p:blipFill>
        <p:spPr>
          <a:xfrm>
            <a:off x="10714950" y="164875"/>
            <a:ext cx="1291250" cy="1129850"/>
          </a:xfrm>
          <a:prstGeom prst="rect">
            <a:avLst/>
          </a:prstGeom>
          <a:noFill/>
          <a:ln>
            <a:noFill/>
          </a:ln>
        </p:spPr>
      </p:pic>
      <p:pic>
        <p:nvPicPr>
          <p:cNvPr id="375" name="Google Shape;375;p39"/>
          <p:cNvPicPr preferRelativeResize="0"/>
          <p:nvPr/>
        </p:nvPicPr>
        <p:blipFill>
          <a:blip r:embed="rId4">
            <a:alphaModFix/>
          </a:blip>
          <a:stretch>
            <a:fillRect/>
          </a:stretch>
        </p:blipFill>
        <p:spPr>
          <a:xfrm>
            <a:off x="4647960" y="4547930"/>
            <a:ext cx="1377000" cy="1377000"/>
          </a:xfrm>
          <a:prstGeom prst="ellipse">
            <a:avLst/>
          </a:prstGeom>
          <a:noFill/>
          <a:ln>
            <a:noFill/>
          </a:ln>
        </p:spPr>
      </p:pic>
      <p:pic>
        <p:nvPicPr>
          <p:cNvPr id="376" name="Google Shape;376;p39"/>
          <p:cNvPicPr preferRelativeResize="0"/>
          <p:nvPr/>
        </p:nvPicPr>
        <p:blipFill>
          <a:blip r:embed="rId5">
            <a:alphaModFix/>
          </a:blip>
          <a:stretch>
            <a:fillRect/>
          </a:stretch>
        </p:blipFill>
        <p:spPr>
          <a:xfrm flipH="1">
            <a:off x="808653" y="4553725"/>
            <a:ext cx="1377000" cy="1377000"/>
          </a:xfrm>
          <a:prstGeom prst="ellipse">
            <a:avLst/>
          </a:prstGeom>
          <a:noFill/>
          <a:ln>
            <a:noFill/>
          </a:ln>
        </p:spPr>
      </p:pic>
      <p:pic>
        <p:nvPicPr>
          <p:cNvPr id="377" name="Google Shape;377;p39"/>
          <p:cNvPicPr preferRelativeResize="0"/>
          <p:nvPr/>
        </p:nvPicPr>
        <p:blipFill>
          <a:blip r:embed="rId6">
            <a:alphaModFix/>
          </a:blip>
          <a:stretch>
            <a:fillRect/>
          </a:stretch>
        </p:blipFill>
        <p:spPr>
          <a:xfrm flipH="1">
            <a:off x="8468050" y="2233325"/>
            <a:ext cx="1453800" cy="1453800"/>
          </a:xfrm>
          <a:prstGeom prst="ellipse">
            <a:avLst/>
          </a:prstGeom>
          <a:noFill/>
          <a:ln>
            <a:noFill/>
          </a:ln>
        </p:spPr>
      </p:pic>
      <p:pic>
        <p:nvPicPr>
          <p:cNvPr id="378" name="Google Shape;378;p39"/>
          <p:cNvPicPr preferRelativeResize="0"/>
          <p:nvPr/>
        </p:nvPicPr>
        <p:blipFill>
          <a:blip r:embed="rId7">
            <a:alphaModFix/>
          </a:blip>
          <a:stretch>
            <a:fillRect/>
          </a:stretch>
        </p:blipFill>
        <p:spPr>
          <a:xfrm>
            <a:off x="785865" y="2275375"/>
            <a:ext cx="1453800" cy="1453800"/>
          </a:xfrm>
          <a:prstGeom prst="ellipse">
            <a:avLst/>
          </a:prstGeom>
          <a:noFill/>
          <a:ln>
            <a:noFill/>
          </a:ln>
        </p:spPr>
      </p:pic>
      <p:pic>
        <p:nvPicPr>
          <p:cNvPr id="379" name="Google Shape;379;p39"/>
          <p:cNvPicPr preferRelativeResize="0"/>
          <p:nvPr/>
        </p:nvPicPr>
        <p:blipFill>
          <a:blip r:embed="rId8">
            <a:alphaModFix/>
          </a:blip>
          <a:stretch>
            <a:fillRect/>
          </a:stretch>
        </p:blipFill>
        <p:spPr>
          <a:xfrm>
            <a:off x="8468050" y="4511750"/>
            <a:ext cx="1453800" cy="1453800"/>
          </a:xfrm>
          <a:prstGeom prst="ellipse">
            <a:avLst/>
          </a:prstGeom>
          <a:noFill/>
          <a:ln>
            <a:noFill/>
          </a:ln>
        </p:spPr>
      </p:pic>
      <p:pic>
        <p:nvPicPr>
          <p:cNvPr id="380" name="Google Shape;380;p39" title="27B16618-185E-4060-889F-4F3222A411FE.jpg"/>
          <p:cNvPicPr preferRelativeResize="0"/>
          <p:nvPr/>
        </p:nvPicPr>
        <p:blipFill rotWithShape="1">
          <a:blip r:embed="rId9">
            <a:alphaModFix/>
          </a:blip>
          <a:srcRect b="15376" l="0" r="0" t="6254"/>
          <a:stretch/>
        </p:blipFill>
        <p:spPr>
          <a:xfrm>
            <a:off x="4656300" y="2322575"/>
            <a:ext cx="1377000" cy="1377000"/>
          </a:xfrm>
          <a:prstGeom prst="ellipse">
            <a:avLst/>
          </a:prstGeom>
          <a:solidFill>
            <a:srgbClr val="CCDDC4"/>
          </a:solidFill>
          <a:ln cap="flat" cmpd="sng" w="9525">
            <a:solidFill>
              <a:srgbClr val="B0C9AA"/>
            </a:solidFill>
            <a:prstDash val="solid"/>
            <a:round/>
            <a:headEnd len="sm" w="sm" type="none"/>
            <a:tailEnd len="sm" w="sm" type="none"/>
          </a:ln>
          <a:effectLst>
            <a:outerShdw blurRad="40000" rotWithShape="0" dir="5400000" dist="23000">
              <a:srgbClr val="000000">
                <a:alpha val="349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7EA"/>
        </a:solidFill>
      </p:bgPr>
    </p:bg>
    <p:spTree>
      <p:nvGrpSpPr>
        <p:cNvPr id="385" name="Shape 385"/>
        <p:cNvGrpSpPr/>
        <p:nvPr/>
      </p:nvGrpSpPr>
      <p:grpSpPr>
        <a:xfrm>
          <a:off x="0" y="0"/>
          <a:ext cx="0" cy="0"/>
          <a:chOff x="0" y="0"/>
          <a:chExt cx="0" cy="0"/>
        </a:xfrm>
      </p:grpSpPr>
      <p:sp>
        <p:nvSpPr>
          <p:cNvPr id="386" name="Google Shape;386;p40"/>
          <p:cNvSpPr/>
          <p:nvPr/>
        </p:nvSpPr>
        <p:spPr>
          <a:xfrm>
            <a:off x="685800" y="627375"/>
            <a:ext cx="85800" cy="85800"/>
          </a:xfrm>
          <a:prstGeom prst="ellipse">
            <a:avLst/>
          </a:prstGeom>
          <a:solidFill>
            <a:srgbClr val="F480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40"/>
          <p:cNvSpPr/>
          <p:nvPr/>
        </p:nvSpPr>
        <p:spPr>
          <a:xfrm>
            <a:off x="866775" y="551175"/>
            <a:ext cx="20001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125">
                <a:solidFill>
                  <a:srgbClr val="321F35"/>
                </a:solidFill>
                <a:latin typeface="Arial"/>
                <a:ea typeface="Arial"/>
                <a:cs typeface="Arial"/>
                <a:sym typeface="Arial"/>
              </a:rPr>
              <a:t>NOT WASTED</a:t>
            </a:r>
            <a:endParaRPr/>
          </a:p>
        </p:txBody>
      </p:sp>
      <p:sp>
        <p:nvSpPr>
          <p:cNvPr id="388" name="Google Shape;388;p40"/>
          <p:cNvSpPr/>
          <p:nvPr/>
        </p:nvSpPr>
        <p:spPr>
          <a:xfrm>
            <a:off x="685800" y="1008375"/>
            <a:ext cx="10820400" cy="561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450">
                <a:solidFill>
                  <a:srgbClr val="321F35"/>
                </a:solidFill>
                <a:latin typeface="Arial"/>
                <a:ea typeface="Arial"/>
                <a:cs typeface="Arial"/>
                <a:sym typeface="Arial"/>
              </a:rPr>
              <a:t>Both sides are ready before teardown.</a:t>
            </a:r>
            <a:endParaRPr/>
          </a:p>
        </p:txBody>
      </p:sp>
      <p:sp>
        <p:nvSpPr>
          <p:cNvPr id="389" name="Google Shape;389;p40"/>
          <p:cNvSpPr/>
          <p:nvPr/>
        </p:nvSpPr>
        <p:spPr>
          <a:xfrm>
            <a:off x="685800" y="1646550"/>
            <a:ext cx="10820400" cy="324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500">
                <a:solidFill>
                  <a:srgbClr val="766D77"/>
                </a:solidFill>
                <a:latin typeface="Arial"/>
                <a:ea typeface="Arial"/>
                <a:cs typeface="Arial"/>
                <a:sym typeface="Arial"/>
              </a:rPr>
              <a:t>Not Wasted pairs an event host with a food pantry, then confirms the actual surplus at close.</a:t>
            </a:r>
            <a:endParaRPr/>
          </a:p>
        </p:txBody>
      </p:sp>
      <p:sp>
        <p:nvSpPr>
          <p:cNvPr id="390" name="Google Shape;390;p40"/>
          <p:cNvSpPr/>
          <p:nvPr/>
        </p:nvSpPr>
        <p:spPr>
          <a:xfrm>
            <a:off x="2476500" y="2256150"/>
            <a:ext cx="247800" cy="247800"/>
          </a:xfrm>
          <a:prstGeom prst="ellipse">
            <a:avLst/>
          </a:prstGeom>
          <a:solidFill>
            <a:srgbClr val="F480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40"/>
          <p:cNvSpPr/>
          <p:nvPr/>
        </p:nvSpPr>
        <p:spPr>
          <a:xfrm>
            <a:off x="2476500" y="2256150"/>
            <a:ext cx="247800" cy="247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50">
                <a:solidFill>
                  <a:srgbClr val="FFFFFF"/>
                </a:solidFill>
                <a:latin typeface="Arial"/>
                <a:ea typeface="Arial"/>
                <a:cs typeface="Arial"/>
                <a:sym typeface="Arial"/>
              </a:rPr>
              <a:t>1</a:t>
            </a:r>
            <a:endParaRPr/>
          </a:p>
        </p:txBody>
      </p:sp>
      <p:sp>
        <p:nvSpPr>
          <p:cNvPr id="392" name="Google Shape;392;p40"/>
          <p:cNvSpPr/>
          <p:nvPr/>
        </p:nvSpPr>
        <p:spPr>
          <a:xfrm>
            <a:off x="2800350" y="2265675"/>
            <a:ext cx="1819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125">
                <a:solidFill>
                  <a:srgbClr val="766D77"/>
                </a:solidFill>
                <a:latin typeface="Arial"/>
                <a:ea typeface="Arial"/>
                <a:cs typeface="Arial"/>
                <a:sym typeface="Arial"/>
              </a:rPr>
              <a:t>BEFORE EVENT</a:t>
            </a:r>
            <a:endParaRPr/>
          </a:p>
        </p:txBody>
      </p:sp>
      <p:sp>
        <p:nvSpPr>
          <p:cNvPr id="393" name="Google Shape;393;p40"/>
          <p:cNvSpPr/>
          <p:nvPr/>
        </p:nvSpPr>
        <p:spPr>
          <a:xfrm>
            <a:off x="4772025" y="2256150"/>
            <a:ext cx="247800" cy="247800"/>
          </a:xfrm>
          <a:prstGeom prst="ellipse">
            <a:avLst/>
          </a:prstGeom>
          <a:solidFill>
            <a:srgbClr val="F480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40"/>
          <p:cNvSpPr/>
          <p:nvPr/>
        </p:nvSpPr>
        <p:spPr>
          <a:xfrm>
            <a:off x="4772025" y="2256150"/>
            <a:ext cx="247800" cy="247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50">
                <a:solidFill>
                  <a:srgbClr val="FFFFFF"/>
                </a:solidFill>
                <a:latin typeface="Arial"/>
                <a:ea typeface="Arial"/>
                <a:cs typeface="Arial"/>
                <a:sym typeface="Arial"/>
              </a:rPr>
              <a:t>2</a:t>
            </a:r>
            <a:endParaRPr/>
          </a:p>
        </p:txBody>
      </p:sp>
      <p:sp>
        <p:nvSpPr>
          <p:cNvPr id="395" name="Google Shape;395;p40"/>
          <p:cNvSpPr/>
          <p:nvPr/>
        </p:nvSpPr>
        <p:spPr>
          <a:xfrm>
            <a:off x="5095875" y="2265675"/>
            <a:ext cx="1819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125">
                <a:solidFill>
                  <a:srgbClr val="766D77"/>
                </a:solidFill>
                <a:latin typeface="Arial"/>
                <a:ea typeface="Arial"/>
                <a:cs typeface="Arial"/>
                <a:sym typeface="Arial"/>
              </a:rPr>
              <a:t>PLAN RESERVED</a:t>
            </a:r>
            <a:endParaRPr/>
          </a:p>
        </p:txBody>
      </p:sp>
      <p:sp>
        <p:nvSpPr>
          <p:cNvPr id="396" name="Google Shape;396;p40"/>
          <p:cNvSpPr/>
          <p:nvPr/>
        </p:nvSpPr>
        <p:spPr>
          <a:xfrm>
            <a:off x="7067550" y="2256150"/>
            <a:ext cx="247800" cy="247800"/>
          </a:xfrm>
          <a:prstGeom prst="ellipse">
            <a:avLst/>
          </a:prstGeom>
          <a:solidFill>
            <a:srgbClr val="F480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40"/>
          <p:cNvSpPr/>
          <p:nvPr/>
        </p:nvSpPr>
        <p:spPr>
          <a:xfrm>
            <a:off x="7067550" y="2256150"/>
            <a:ext cx="247800" cy="247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50">
                <a:solidFill>
                  <a:srgbClr val="FFFFFF"/>
                </a:solidFill>
                <a:latin typeface="Arial"/>
                <a:ea typeface="Arial"/>
                <a:cs typeface="Arial"/>
                <a:sym typeface="Arial"/>
              </a:rPr>
              <a:t>3</a:t>
            </a:r>
            <a:endParaRPr/>
          </a:p>
        </p:txBody>
      </p:sp>
      <p:sp>
        <p:nvSpPr>
          <p:cNvPr id="398" name="Google Shape;398;p40"/>
          <p:cNvSpPr/>
          <p:nvPr/>
        </p:nvSpPr>
        <p:spPr>
          <a:xfrm>
            <a:off x="7391400" y="2265675"/>
            <a:ext cx="1819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125">
                <a:solidFill>
                  <a:srgbClr val="766D77"/>
                </a:solidFill>
                <a:latin typeface="Arial"/>
                <a:ea typeface="Arial"/>
                <a:cs typeface="Arial"/>
                <a:sym typeface="Arial"/>
              </a:rPr>
              <a:t>AT EVENT CLOSE</a:t>
            </a:r>
            <a:endParaRPr/>
          </a:p>
        </p:txBody>
      </p:sp>
      <p:sp>
        <p:nvSpPr>
          <p:cNvPr id="399" name="Google Shape;399;p40"/>
          <p:cNvSpPr/>
          <p:nvPr/>
        </p:nvSpPr>
        <p:spPr>
          <a:xfrm>
            <a:off x="9363075" y="2256150"/>
            <a:ext cx="247800" cy="247800"/>
          </a:xfrm>
          <a:prstGeom prst="ellipse">
            <a:avLst/>
          </a:prstGeom>
          <a:solidFill>
            <a:srgbClr val="F480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40"/>
          <p:cNvSpPr/>
          <p:nvPr/>
        </p:nvSpPr>
        <p:spPr>
          <a:xfrm>
            <a:off x="9363075" y="2256150"/>
            <a:ext cx="247800" cy="247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050">
                <a:solidFill>
                  <a:srgbClr val="FFFFFF"/>
                </a:solidFill>
                <a:latin typeface="Arial"/>
                <a:ea typeface="Arial"/>
                <a:cs typeface="Arial"/>
                <a:sym typeface="Arial"/>
              </a:rPr>
              <a:t>4</a:t>
            </a:r>
            <a:endParaRPr/>
          </a:p>
        </p:txBody>
      </p:sp>
      <p:sp>
        <p:nvSpPr>
          <p:cNvPr id="401" name="Google Shape;401;p40"/>
          <p:cNvSpPr/>
          <p:nvPr/>
        </p:nvSpPr>
        <p:spPr>
          <a:xfrm>
            <a:off x="9686925" y="2265675"/>
            <a:ext cx="18192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lang="en-US" sz="1125">
                <a:solidFill>
                  <a:srgbClr val="766D77"/>
                </a:solidFill>
                <a:latin typeface="Arial"/>
                <a:ea typeface="Arial"/>
                <a:cs typeface="Arial"/>
                <a:sym typeface="Arial"/>
              </a:rPr>
              <a:t>PICKUP</a:t>
            </a:r>
            <a:endParaRPr/>
          </a:p>
        </p:txBody>
      </p:sp>
      <p:sp>
        <p:nvSpPr>
          <p:cNvPr id="402" name="Google Shape;402;p40"/>
          <p:cNvSpPr/>
          <p:nvPr/>
        </p:nvSpPr>
        <p:spPr>
          <a:xfrm>
            <a:off x="685800" y="2637150"/>
            <a:ext cx="10820400" cy="1352700"/>
          </a:xfrm>
          <a:prstGeom prst="roundRect">
            <a:avLst>
              <a:gd fmla="val 5634" name="adj"/>
            </a:avLst>
          </a:prstGeom>
          <a:solidFill>
            <a:srgbClr val="DCEAC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40"/>
          <p:cNvSpPr/>
          <p:nvPr/>
        </p:nvSpPr>
        <p:spPr>
          <a:xfrm>
            <a:off x="685800" y="2637150"/>
            <a:ext cx="57300" cy="1352700"/>
          </a:xfrm>
          <a:prstGeom prst="rect">
            <a:avLst/>
          </a:prstGeom>
          <a:solidFill>
            <a:srgbClr val="F480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40"/>
          <p:cNvSpPr/>
          <p:nvPr/>
        </p:nvSpPr>
        <p:spPr>
          <a:xfrm>
            <a:off x="685800" y="4399275"/>
            <a:ext cx="10820400" cy="1352700"/>
          </a:xfrm>
          <a:prstGeom prst="roundRect">
            <a:avLst>
              <a:gd fmla="val 5634" name="adj"/>
            </a:avLst>
          </a:prstGeom>
          <a:solidFill>
            <a:srgbClr val="EC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40"/>
          <p:cNvSpPr/>
          <p:nvPr/>
        </p:nvSpPr>
        <p:spPr>
          <a:xfrm>
            <a:off x="685800" y="4399275"/>
            <a:ext cx="57300" cy="1352700"/>
          </a:xfrm>
          <a:prstGeom prst="rect">
            <a:avLst/>
          </a:prstGeom>
          <a:solidFill>
            <a:srgbClr val="321F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40"/>
          <p:cNvSpPr/>
          <p:nvPr/>
        </p:nvSpPr>
        <p:spPr>
          <a:xfrm>
            <a:off x="895350" y="3056250"/>
            <a:ext cx="1381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321F35"/>
                </a:solidFill>
                <a:latin typeface="Arial"/>
                <a:ea typeface="Arial"/>
                <a:cs typeface="Arial"/>
                <a:sym typeface="Arial"/>
              </a:rPr>
              <a:t>EVENT HOST</a:t>
            </a:r>
            <a:endParaRPr/>
          </a:p>
        </p:txBody>
      </p:sp>
      <p:sp>
        <p:nvSpPr>
          <p:cNvPr id="407" name="Google Shape;407;p40"/>
          <p:cNvSpPr/>
          <p:nvPr/>
        </p:nvSpPr>
        <p:spPr>
          <a:xfrm>
            <a:off x="895350" y="3342000"/>
            <a:ext cx="1381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25">
                <a:solidFill>
                  <a:srgbClr val="486043"/>
                </a:solidFill>
                <a:latin typeface="Arial"/>
                <a:ea typeface="Arial"/>
                <a:cs typeface="Arial"/>
                <a:sym typeface="Arial"/>
              </a:rPr>
              <a:t>Venue / donor</a:t>
            </a:r>
            <a:endParaRPr/>
          </a:p>
        </p:txBody>
      </p:sp>
      <p:sp>
        <p:nvSpPr>
          <p:cNvPr id="408" name="Google Shape;408;p40"/>
          <p:cNvSpPr/>
          <p:nvPr/>
        </p:nvSpPr>
        <p:spPr>
          <a:xfrm>
            <a:off x="895350" y="4808850"/>
            <a:ext cx="1381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321F35"/>
                </a:solidFill>
                <a:latin typeface="Arial"/>
                <a:ea typeface="Arial"/>
                <a:cs typeface="Arial"/>
                <a:sym typeface="Arial"/>
              </a:rPr>
              <a:t>FOOD PANTRY</a:t>
            </a:r>
            <a:endParaRPr/>
          </a:p>
        </p:txBody>
      </p:sp>
      <p:sp>
        <p:nvSpPr>
          <p:cNvPr id="409" name="Google Shape;409;p40"/>
          <p:cNvSpPr/>
          <p:nvPr/>
        </p:nvSpPr>
        <p:spPr>
          <a:xfrm>
            <a:off x="895350" y="5094600"/>
            <a:ext cx="13812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125">
                <a:solidFill>
                  <a:srgbClr val="766D77"/>
                </a:solidFill>
                <a:latin typeface="Arial"/>
                <a:ea typeface="Arial"/>
                <a:cs typeface="Arial"/>
                <a:sym typeface="Arial"/>
              </a:rPr>
              <a:t>Recovery partner</a:t>
            </a:r>
            <a:endParaRPr/>
          </a:p>
        </p:txBody>
      </p:sp>
      <p:sp>
        <p:nvSpPr>
          <p:cNvPr id="410" name="Google Shape;410;p40"/>
          <p:cNvSpPr/>
          <p:nvPr/>
        </p:nvSpPr>
        <p:spPr>
          <a:xfrm>
            <a:off x="4695825" y="2751450"/>
            <a:ext cx="9600" cy="1124100"/>
          </a:xfrm>
          <a:prstGeom prst="rect">
            <a:avLst/>
          </a:prstGeom>
          <a:solidFill>
            <a:srgbClr val="C9C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40"/>
          <p:cNvSpPr/>
          <p:nvPr/>
        </p:nvSpPr>
        <p:spPr>
          <a:xfrm>
            <a:off x="4695825" y="4513575"/>
            <a:ext cx="9600" cy="1124100"/>
          </a:xfrm>
          <a:prstGeom prst="rect">
            <a:avLst/>
          </a:prstGeom>
          <a:solidFill>
            <a:srgbClr val="C9C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40"/>
          <p:cNvSpPr/>
          <p:nvPr/>
        </p:nvSpPr>
        <p:spPr>
          <a:xfrm>
            <a:off x="6991350" y="2751450"/>
            <a:ext cx="9600" cy="1124100"/>
          </a:xfrm>
          <a:prstGeom prst="rect">
            <a:avLst/>
          </a:prstGeom>
          <a:solidFill>
            <a:srgbClr val="C9C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40"/>
          <p:cNvSpPr/>
          <p:nvPr/>
        </p:nvSpPr>
        <p:spPr>
          <a:xfrm>
            <a:off x="6991350" y="4513575"/>
            <a:ext cx="9600" cy="1124100"/>
          </a:xfrm>
          <a:prstGeom prst="rect">
            <a:avLst/>
          </a:prstGeom>
          <a:solidFill>
            <a:srgbClr val="C9C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40"/>
          <p:cNvSpPr/>
          <p:nvPr/>
        </p:nvSpPr>
        <p:spPr>
          <a:xfrm>
            <a:off x="9286875" y="2751450"/>
            <a:ext cx="9600" cy="1124100"/>
          </a:xfrm>
          <a:prstGeom prst="rect">
            <a:avLst/>
          </a:prstGeom>
          <a:solidFill>
            <a:srgbClr val="C9C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40"/>
          <p:cNvSpPr/>
          <p:nvPr/>
        </p:nvSpPr>
        <p:spPr>
          <a:xfrm>
            <a:off x="9286875" y="4513575"/>
            <a:ext cx="9600" cy="1124100"/>
          </a:xfrm>
          <a:prstGeom prst="rect">
            <a:avLst/>
          </a:prstGeom>
          <a:solidFill>
            <a:srgbClr val="C9C0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40"/>
          <p:cNvSpPr/>
          <p:nvPr/>
        </p:nvSpPr>
        <p:spPr>
          <a:xfrm>
            <a:off x="2476500" y="2894325"/>
            <a:ext cx="2143200" cy="25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321F35"/>
                </a:solidFill>
                <a:latin typeface="Arial"/>
                <a:ea typeface="Arial"/>
                <a:cs typeface="Arial"/>
                <a:sym typeface="Arial"/>
              </a:rPr>
              <a:t>Share event details</a:t>
            </a:r>
            <a:endParaRPr/>
          </a:p>
        </p:txBody>
      </p:sp>
      <p:sp>
        <p:nvSpPr>
          <p:cNvPr id="417" name="Google Shape;417;p40"/>
          <p:cNvSpPr/>
          <p:nvPr/>
        </p:nvSpPr>
        <p:spPr>
          <a:xfrm>
            <a:off x="2476500" y="3208650"/>
            <a:ext cx="2143200" cy="64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75">
                <a:solidFill>
                  <a:srgbClr val="321F35"/>
                </a:solidFill>
                <a:latin typeface="Arial"/>
                <a:ea typeface="Arial"/>
                <a:cs typeface="Arial"/>
                <a:sym typeface="Arial"/>
              </a:rPr>
              <a:t>Time, location, menu</a:t>
            </a:r>
            <a:r>
              <a:rPr lang="en-US" sz="1275">
                <a:solidFill>
                  <a:srgbClr val="321F35"/>
                </a:solidFill>
              </a:rPr>
              <a:t>.</a:t>
            </a:r>
            <a:endParaRPr/>
          </a:p>
        </p:txBody>
      </p:sp>
      <p:sp>
        <p:nvSpPr>
          <p:cNvPr id="418" name="Google Shape;418;p40"/>
          <p:cNvSpPr/>
          <p:nvPr/>
        </p:nvSpPr>
        <p:spPr>
          <a:xfrm>
            <a:off x="2476500" y="4656450"/>
            <a:ext cx="2143200" cy="25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321F35"/>
                </a:solidFill>
                <a:latin typeface="Arial"/>
                <a:ea typeface="Arial"/>
                <a:cs typeface="Arial"/>
                <a:sym typeface="Arial"/>
              </a:rPr>
              <a:t>Set pickup rules</a:t>
            </a:r>
            <a:endParaRPr/>
          </a:p>
        </p:txBody>
      </p:sp>
      <p:sp>
        <p:nvSpPr>
          <p:cNvPr id="419" name="Google Shape;419;p40"/>
          <p:cNvSpPr/>
          <p:nvPr/>
        </p:nvSpPr>
        <p:spPr>
          <a:xfrm>
            <a:off x="2476500" y="4970775"/>
            <a:ext cx="2143200" cy="64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75">
                <a:solidFill>
                  <a:srgbClr val="321F35"/>
                </a:solidFill>
                <a:latin typeface="Arial"/>
                <a:ea typeface="Arial"/>
                <a:cs typeface="Arial"/>
                <a:sym typeface="Arial"/>
              </a:rPr>
              <a:t>Accepted foods, service area, capacity and hours.</a:t>
            </a:r>
            <a:endParaRPr/>
          </a:p>
        </p:txBody>
      </p:sp>
      <p:sp>
        <p:nvSpPr>
          <p:cNvPr id="420" name="Google Shape;420;p40"/>
          <p:cNvSpPr/>
          <p:nvPr/>
        </p:nvSpPr>
        <p:spPr>
          <a:xfrm>
            <a:off x="4772025" y="2894325"/>
            <a:ext cx="2143200" cy="25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321F35"/>
                </a:solidFill>
                <a:latin typeface="Arial"/>
                <a:ea typeface="Arial"/>
                <a:cs typeface="Arial"/>
                <a:sym typeface="Arial"/>
              </a:rPr>
              <a:t>Review the plan</a:t>
            </a:r>
            <a:endParaRPr/>
          </a:p>
        </p:txBody>
      </p:sp>
      <p:sp>
        <p:nvSpPr>
          <p:cNvPr id="421" name="Google Shape;421;p40"/>
          <p:cNvSpPr/>
          <p:nvPr/>
        </p:nvSpPr>
        <p:spPr>
          <a:xfrm>
            <a:off x="4772025" y="3208650"/>
            <a:ext cx="2143200" cy="64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75">
                <a:solidFill>
                  <a:srgbClr val="321F35"/>
                </a:solidFill>
                <a:latin typeface="Arial"/>
                <a:ea typeface="Arial"/>
                <a:cs typeface="Arial"/>
                <a:sym typeface="Arial"/>
              </a:rPr>
              <a:t>Forecast, pantry match, backup and pickup window.</a:t>
            </a:r>
            <a:endParaRPr/>
          </a:p>
        </p:txBody>
      </p:sp>
      <p:sp>
        <p:nvSpPr>
          <p:cNvPr id="422" name="Google Shape;422;p40"/>
          <p:cNvSpPr/>
          <p:nvPr/>
        </p:nvSpPr>
        <p:spPr>
          <a:xfrm>
            <a:off x="4772025" y="4656450"/>
            <a:ext cx="2143200" cy="25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321F35"/>
                </a:solidFill>
                <a:latin typeface="Arial"/>
                <a:ea typeface="Arial"/>
                <a:cs typeface="Arial"/>
                <a:sym typeface="Arial"/>
              </a:rPr>
              <a:t>Accept a slot</a:t>
            </a:r>
            <a:endParaRPr/>
          </a:p>
        </p:txBody>
      </p:sp>
      <p:sp>
        <p:nvSpPr>
          <p:cNvPr id="423" name="Google Shape;423;p40"/>
          <p:cNvSpPr/>
          <p:nvPr/>
        </p:nvSpPr>
        <p:spPr>
          <a:xfrm>
            <a:off x="4772025" y="4970775"/>
            <a:ext cx="2143200" cy="64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75">
                <a:solidFill>
                  <a:srgbClr val="321F35"/>
                </a:solidFill>
                <a:latin typeface="Arial"/>
                <a:ea typeface="Arial"/>
                <a:cs typeface="Arial"/>
                <a:sym typeface="Arial"/>
              </a:rPr>
              <a:t>Reserve a window or decline so the backup can respond.</a:t>
            </a:r>
            <a:endParaRPr/>
          </a:p>
        </p:txBody>
      </p:sp>
      <p:sp>
        <p:nvSpPr>
          <p:cNvPr id="424" name="Google Shape;424;p40"/>
          <p:cNvSpPr/>
          <p:nvPr/>
        </p:nvSpPr>
        <p:spPr>
          <a:xfrm>
            <a:off x="7067550" y="2894325"/>
            <a:ext cx="2143200" cy="25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321F35"/>
                </a:solidFill>
                <a:latin typeface="Arial"/>
                <a:ea typeface="Arial"/>
                <a:cs typeface="Arial"/>
                <a:sym typeface="Arial"/>
              </a:rPr>
              <a:t>Confirm the surplus</a:t>
            </a:r>
            <a:endParaRPr/>
          </a:p>
        </p:txBody>
      </p:sp>
      <p:sp>
        <p:nvSpPr>
          <p:cNvPr id="425" name="Google Shape;425;p40"/>
          <p:cNvSpPr/>
          <p:nvPr/>
        </p:nvSpPr>
        <p:spPr>
          <a:xfrm>
            <a:off x="7067550" y="3208650"/>
            <a:ext cx="2143200" cy="64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75">
                <a:solidFill>
                  <a:srgbClr val="321F35"/>
                </a:solidFill>
              </a:rPr>
              <a:t>(Ping 30 minutes before event end)</a:t>
            </a:r>
            <a:endParaRPr sz="1275">
              <a:solidFill>
                <a:srgbClr val="321F35"/>
              </a:solidFill>
            </a:endParaRPr>
          </a:p>
        </p:txBody>
      </p:sp>
      <p:sp>
        <p:nvSpPr>
          <p:cNvPr id="426" name="Google Shape;426;p40"/>
          <p:cNvSpPr/>
          <p:nvPr/>
        </p:nvSpPr>
        <p:spPr>
          <a:xfrm>
            <a:off x="7067550" y="4656450"/>
            <a:ext cx="2143200" cy="25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321F35"/>
                </a:solidFill>
                <a:latin typeface="Arial"/>
                <a:ea typeface="Arial"/>
                <a:cs typeface="Arial"/>
                <a:sym typeface="Arial"/>
              </a:rPr>
              <a:t>Get final details</a:t>
            </a:r>
            <a:endParaRPr/>
          </a:p>
        </p:txBody>
      </p:sp>
      <p:sp>
        <p:nvSpPr>
          <p:cNvPr id="427" name="Google Shape;427;p40"/>
          <p:cNvSpPr/>
          <p:nvPr/>
        </p:nvSpPr>
        <p:spPr>
          <a:xfrm>
            <a:off x="7067550" y="4970775"/>
            <a:ext cx="2143200" cy="64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75">
                <a:solidFill>
                  <a:srgbClr val="321F35"/>
                </a:solidFill>
                <a:latin typeface="Arial"/>
                <a:ea typeface="Arial"/>
                <a:cs typeface="Arial"/>
                <a:sym typeface="Arial"/>
              </a:rPr>
              <a:t>Confirmed quantity, packaging and pickup location.</a:t>
            </a:r>
            <a:endParaRPr/>
          </a:p>
        </p:txBody>
      </p:sp>
      <p:sp>
        <p:nvSpPr>
          <p:cNvPr id="428" name="Google Shape;428;p40"/>
          <p:cNvSpPr/>
          <p:nvPr/>
        </p:nvSpPr>
        <p:spPr>
          <a:xfrm>
            <a:off x="9363075" y="2894325"/>
            <a:ext cx="2143200" cy="25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321F35"/>
                </a:solidFill>
                <a:latin typeface="Arial"/>
                <a:ea typeface="Arial"/>
                <a:cs typeface="Arial"/>
                <a:sym typeface="Arial"/>
              </a:rPr>
              <a:t>Stage the food</a:t>
            </a:r>
            <a:endParaRPr/>
          </a:p>
        </p:txBody>
      </p:sp>
      <p:sp>
        <p:nvSpPr>
          <p:cNvPr id="429" name="Google Shape;429;p40"/>
          <p:cNvSpPr/>
          <p:nvPr/>
        </p:nvSpPr>
        <p:spPr>
          <a:xfrm>
            <a:off x="9363075" y="3208650"/>
            <a:ext cx="2143200" cy="64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75">
                <a:solidFill>
                  <a:srgbClr val="321F35"/>
                </a:solidFill>
                <a:latin typeface="Arial"/>
                <a:ea typeface="Arial"/>
                <a:cs typeface="Arial"/>
                <a:sym typeface="Arial"/>
              </a:rPr>
              <a:t>Place it at the pickup point.</a:t>
            </a:r>
            <a:endParaRPr/>
          </a:p>
        </p:txBody>
      </p:sp>
      <p:sp>
        <p:nvSpPr>
          <p:cNvPr id="430" name="Google Shape;430;p40"/>
          <p:cNvSpPr/>
          <p:nvPr/>
        </p:nvSpPr>
        <p:spPr>
          <a:xfrm>
            <a:off x="9363075" y="4656450"/>
            <a:ext cx="2143200" cy="25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321F35"/>
                </a:solidFill>
                <a:latin typeface="Arial"/>
                <a:ea typeface="Arial"/>
                <a:cs typeface="Arial"/>
                <a:sym typeface="Arial"/>
              </a:rPr>
              <a:t>Collect and confirm</a:t>
            </a:r>
            <a:endParaRPr/>
          </a:p>
        </p:txBody>
      </p:sp>
      <p:sp>
        <p:nvSpPr>
          <p:cNvPr id="431" name="Google Shape;431;p40"/>
          <p:cNvSpPr/>
          <p:nvPr/>
        </p:nvSpPr>
        <p:spPr>
          <a:xfrm>
            <a:off x="9363075" y="4970775"/>
            <a:ext cx="2143200" cy="64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275">
                <a:solidFill>
                  <a:srgbClr val="321F35"/>
                </a:solidFill>
              </a:rPr>
              <a:t>P</a:t>
            </a:r>
            <a:r>
              <a:rPr lang="en-US" sz="1275">
                <a:solidFill>
                  <a:srgbClr val="321F35"/>
                </a:solidFill>
                <a:latin typeface="Arial"/>
                <a:ea typeface="Arial"/>
                <a:cs typeface="Arial"/>
                <a:sym typeface="Arial"/>
              </a:rPr>
              <a:t>artner </a:t>
            </a:r>
            <a:r>
              <a:rPr lang="en-US" sz="1275">
                <a:solidFill>
                  <a:srgbClr val="321F35"/>
                </a:solidFill>
              </a:rPr>
              <a:t>pickups food!</a:t>
            </a:r>
            <a:endParaRPr/>
          </a:p>
        </p:txBody>
      </p:sp>
      <p:sp>
        <p:nvSpPr>
          <p:cNvPr id="432" name="Google Shape;432;p40"/>
          <p:cNvSpPr/>
          <p:nvPr/>
        </p:nvSpPr>
        <p:spPr>
          <a:xfrm>
            <a:off x="2476500" y="4132575"/>
            <a:ext cx="1285800" cy="19200"/>
          </a:xfrm>
          <a:prstGeom prst="rect">
            <a:avLst/>
          </a:prstGeom>
          <a:solidFill>
            <a:srgbClr val="F480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40"/>
          <p:cNvSpPr/>
          <p:nvPr/>
        </p:nvSpPr>
        <p:spPr>
          <a:xfrm>
            <a:off x="3876675" y="4008750"/>
            <a:ext cx="5238900" cy="266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200">
                <a:solidFill>
                  <a:schemeClr val="accent3"/>
                </a:solidFill>
                <a:latin typeface="Arial"/>
                <a:ea typeface="Arial"/>
                <a:cs typeface="Arial"/>
                <a:sym typeface="Arial"/>
              </a:rPr>
              <a:t>Not Wasted</a:t>
            </a:r>
            <a:r>
              <a:rPr b="1" lang="en-US" sz="1200">
                <a:solidFill>
                  <a:srgbClr val="321F35"/>
                </a:solidFill>
                <a:latin typeface="Arial"/>
                <a:ea typeface="Arial"/>
                <a:cs typeface="Arial"/>
                <a:sym typeface="Arial"/>
              </a:rPr>
              <a:t>  matches food fit, capacity, distance and pickup time.</a:t>
            </a:r>
            <a:endParaRPr/>
          </a:p>
        </p:txBody>
      </p:sp>
      <p:sp>
        <p:nvSpPr>
          <p:cNvPr id="434" name="Google Shape;434;p40"/>
          <p:cNvSpPr/>
          <p:nvPr/>
        </p:nvSpPr>
        <p:spPr>
          <a:xfrm>
            <a:off x="9229725" y="4132575"/>
            <a:ext cx="2276400" cy="19200"/>
          </a:xfrm>
          <a:prstGeom prst="rect">
            <a:avLst/>
          </a:prstGeom>
          <a:solidFill>
            <a:srgbClr val="F480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40"/>
          <p:cNvSpPr/>
          <p:nvPr/>
        </p:nvSpPr>
        <p:spPr>
          <a:xfrm>
            <a:off x="685800" y="6132825"/>
            <a:ext cx="38100" cy="304800"/>
          </a:xfrm>
          <a:prstGeom prst="rect">
            <a:avLst/>
          </a:prstGeom>
          <a:solidFill>
            <a:srgbClr val="F480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40"/>
          <p:cNvSpPr/>
          <p:nvPr/>
        </p:nvSpPr>
        <p:spPr>
          <a:xfrm>
            <a:off x="876300" y="6104250"/>
            <a:ext cx="10629900" cy="362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425">
                <a:solidFill>
                  <a:srgbClr val="321F35"/>
                </a:solidFill>
                <a:latin typeface="Arial"/>
                <a:ea typeface="Arial"/>
                <a:cs typeface="Arial"/>
                <a:sym typeface="Arial"/>
              </a:rPr>
              <a:t>The pantry and pickup window are lined up before the host confirms what is left.</a:t>
            </a:r>
            <a:endParaRPr/>
          </a:p>
        </p:txBody>
      </p:sp>
      <p:pic>
        <p:nvPicPr>
          <p:cNvPr id="437" name="Google Shape;437;p40" title="Logo - color.png"/>
          <p:cNvPicPr preferRelativeResize="0"/>
          <p:nvPr/>
        </p:nvPicPr>
        <p:blipFill>
          <a:blip r:embed="rId3">
            <a:alphaModFix/>
          </a:blip>
          <a:stretch>
            <a:fillRect/>
          </a:stretch>
        </p:blipFill>
        <p:spPr>
          <a:xfrm>
            <a:off x="11462756" y="6181725"/>
            <a:ext cx="729245" cy="6381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7EA"/>
        </a:solidFill>
      </p:bgPr>
    </p:bg>
    <p:spTree>
      <p:nvGrpSpPr>
        <p:cNvPr id="442" name="Shape 442"/>
        <p:cNvGrpSpPr/>
        <p:nvPr/>
      </p:nvGrpSpPr>
      <p:grpSpPr>
        <a:xfrm>
          <a:off x="0" y="0"/>
          <a:ext cx="0" cy="0"/>
          <a:chOff x="0" y="0"/>
          <a:chExt cx="0" cy="0"/>
        </a:xfrm>
      </p:grpSpPr>
      <p:sp>
        <p:nvSpPr>
          <p:cNvPr id="443" name="Google Shape;443;p41"/>
          <p:cNvSpPr/>
          <p:nvPr/>
        </p:nvSpPr>
        <p:spPr>
          <a:xfrm>
            <a:off x="666750" y="381000"/>
            <a:ext cx="10858500" cy="5905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430"/>
              </a:buClr>
              <a:buSzPts val="3450"/>
              <a:buFont typeface="Quattrocento Sans"/>
              <a:buNone/>
            </a:pPr>
            <a:r>
              <a:rPr b="1" lang="en-US" sz="3450">
                <a:solidFill>
                  <a:srgbClr val="2D2430"/>
                </a:solidFill>
              </a:rPr>
              <a:t>Event volume points to a food recovery opportunity</a:t>
            </a:r>
            <a:endParaRPr/>
          </a:p>
        </p:txBody>
      </p:sp>
      <p:sp>
        <p:nvSpPr>
          <p:cNvPr id="444" name="Google Shape;444;p41"/>
          <p:cNvSpPr/>
          <p:nvPr/>
        </p:nvSpPr>
        <p:spPr>
          <a:xfrm>
            <a:off x="685800" y="1028700"/>
            <a:ext cx="10477500"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5706D"/>
              </a:buClr>
              <a:buSzPts val="1650"/>
              <a:buFont typeface="Quattrocento Sans"/>
              <a:buNone/>
            </a:pPr>
            <a:r>
              <a:rPr b="0" lang="en-US" sz="1650">
                <a:solidFill>
                  <a:srgbClr val="65706D"/>
                </a:solidFill>
                <a:latin typeface="Quattrocento Sans"/>
                <a:ea typeface="Quattrocento Sans"/>
                <a:cs typeface="Quattrocento Sans"/>
                <a:sym typeface="Quattrocento Sans"/>
              </a:rPr>
              <a:t>Two Nashville venues show how event calendars can signal recurring surplus.</a:t>
            </a:r>
            <a:endParaRPr/>
          </a:p>
        </p:txBody>
      </p:sp>
      <p:sp>
        <p:nvSpPr>
          <p:cNvPr id="445" name="Google Shape;445;p41"/>
          <p:cNvSpPr/>
          <p:nvPr/>
        </p:nvSpPr>
        <p:spPr>
          <a:xfrm>
            <a:off x="685800" y="1771650"/>
            <a:ext cx="5200800" cy="3276600"/>
          </a:xfrm>
          <a:prstGeom prst="roundRect">
            <a:avLst>
              <a:gd fmla="val 5233" name="adj"/>
            </a:avLst>
          </a:prstGeom>
          <a:solidFill>
            <a:srgbClr val="FFFFFF"/>
          </a:solidFill>
          <a:ln cap="flat" cmpd="sng" w="14275">
            <a:solidFill>
              <a:srgbClr val="DEDC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41"/>
          <p:cNvSpPr/>
          <p:nvPr/>
        </p:nvSpPr>
        <p:spPr>
          <a:xfrm>
            <a:off x="685800" y="1771650"/>
            <a:ext cx="5200650" cy="76200"/>
          </a:xfrm>
          <a:prstGeom prst="roundRect">
            <a:avLst>
              <a:gd fmla="val 50000" name="adj"/>
            </a:avLst>
          </a:prstGeom>
          <a:solidFill>
            <a:srgbClr val="315C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41"/>
          <p:cNvSpPr/>
          <p:nvPr/>
        </p:nvSpPr>
        <p:spPr>
          <a:xfrm>
            <a:off x="971550" y="2000250"/>
            <a:ext cx="4629150" cy="3619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430"/>
              </a:buClr>
              <a:buSzPts val="2025"/>
              <a:buFont typeface="Quattrocento Sans"/>
              <a:buNone/>
            </a:pPr>
            <a:r>
              <a:rPr b="1" lang="en-US" sz="2025">
                <a:solidFill>
                  <a:srgbClr val="2D2430"/>
                </a:solidFill>
                <a:latin typeface="Quattrocento Sans"/>
                <a:ea typeface="Quattrocento Sans"/>
                <a:cs typeface="Quattrocento Sans"/>
                <a:sym typeface="Quattrocento Sans"/>
              </a:rPr>
              <a:t>Vanderbilt University</a:t>
            </a:r>
            <a:endParaRPr/>
          </a:p>
        </p:txBody>
      </p:sp>
      <p:sp>
        <p:nvSpPr>
          <p:cNvPr id="448" name="Google Shape;448;p41"/>
          <p:cNvSpPr/>
          <p:nvPr/>
        </p:nvSpPr>
        <p:spPr>
          <a:xfrm>
            <a:off x="971550" y="2352675"/>
            <a:ext cx="462915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5706D"/>
              </a:buClr>
              <a:buSzPts val="1275"/>
              <a:buFont typeface="Quattrocento Sans"/>
              <a:buNone/>
            </a:pPr>
            <a:r>
              <a:rPr b="0" lang="en-US" sz="1275">
                <a:solidFill>
                  <a:srgbClr val="65706D"/>
                </a:solidFill>
                <a:latin typeface="Quattrocento Sans"/>
                <a:ea typeface="Quattrocento Sans"/>
                <a:cs typeface="Quattrocento Sans"/>
                <a:sym typeface="Quattrocento Sans"/>
              </a:rPr>
              <a:t>Reunion &amp; Homecoming 2025</a:t>
            </a:r>
            <a:endParaRPr/>
          </a:p>
        </p:txBody>
      </p:sp>
      <p:sp>
        <p:nvSpPr>
          <p:cNvPr id="449" name="Google Shape;449;p41"/>
          <p:cNvSpPr/>
          <p:nvPr/>
        </p:nvSpPr>
        <p:spPr>
          <a:xfrm>
            <a:off x="971550" y="2714625"/>
            <a:ext cx="4629150" cy="9525"/>
          </a:xfrm>
          <a:prstGeom prst="rect">
            <a:avLst/>
          </a:prstGeom>
          <a:solidFill>
            <a:srgbClr val="DED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41"/>
          <p:cNvSpPr/>
          <p:nvPr/>
        </p:nvSpPr>
        <p:spPr>
          <a:xfrm>
            <a:off x="2933350" y="2871250"/>
            <a:ext cx="9600" cy="1666800"/>
          </a:xfrm>
          <a:prstGeom prst="rect">
            <a:avLst/>
          </a:prstGeom>
          <a:solidFill>
            <a:srgbClr val="DED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41"/>
          <p:cNvSpPr/>
          <p:nvPr/>
        </p:nvSpPr>
        <p:spPr>
          <a:xfrm>
            <a:off x="971550" y="2952750"/>
            <a:ext cx="2076450" cy="2571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5706D"/>
              </a:buClr>
              <a:buSzPts val="1125"/>
              <a:buFont typeface="Quattrocento Sans"/>
              <a:buNone/>
            </a:pPr>
            <a:r>
              <a:rPr b="1" lang="en-US" sz="1125">
                <a:solidFill>
                  <a:srgbClr val="65706D"/>
                </a:solidFill>
                <a:latin typeface="Quattrocento Sans"/>
                <a:ea typeface="Quattrocento Sans"/>
                <a:cs typeface="Quattrocento Sans"/>
                <a:sym typeface="Quattrocento Sans"/>
              </a:rPr>
              <a:t>EVENTS</a:t>
            </a:r>
            <a:endParaRPr/>
          </a:p>
        </p:txBody>
      </p:sp>
      <p:sp>
        <p:nvSpPr>
          <p:cNvPr id="452" name="Google Shape;452;p41"/>
          <p:cNvSpPr/>
          <p:nvPr/>
        </p:nvSpPr>
        <p:spPr>
          <a:xfrm>
            <a:off x="971550" y="3248025"/>
            <a:ext cx="2076450" cy="6667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430"/>
              </a:buClr>
              <a:buSzPts val="3675"/>
              <a:buFont typeface="Quattrocento Sans"/>
              <a:buNone/>
            </a:pPr>
            <a:r>
              <a:rPr b="1" lang="en-US" sz="3675">
                <a:solidFill>
                  <a:srgbClr val="2D2430"/>
                </a:solidFill>
                <a:latin typeface="Quattrocento Sans"/>
                <a:ea typeface="Quattrocento Sans"/>
                <a:cs typeface="Quattrocento Sans"/>
                <a:sym typeface="Quattrocento Sans"/>
              </a:rPr>
              <a:t>~85</a:t>
            </a:r>
            <a:endParaRPr/>
          </a:p>
        </p:txBody>
      </p:sp>
      <p:sp>
        <p:nvSpPr>
          <p:cNvPr id="453" name="Google Shape;453;p41"/>
          <p:cNvSpPr/>
          <p:nvPr/>
        </p:nvSpPr>
        <p:spPr>
          <a:xfrm>
            <a:off x="971550" y="3933825"/>
            <a:ext cx="2076450" cy="47625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2D2430"/>
              </a:buClr>
              <a:buSzPts val="1425"/>
              <a:buFont typeface="Quattrocento Sans"/>
              <a:buNone/>
            </a:pPr>
            <a:r>
              <a:rPr b="0" lang="en-US" sz="1425">
                <a:solidFill>
                  <a:srgbClr val="2D2430"/>
                </a:solidFill>
                <a:latin typeface="Quattrocento Sans"/>
                <a:ea typeface="Quattrocento Sans"/>
                <a:cs typeface="Quattrocento Sans"/>
                <a:sym typeface="Quattrocento Sans"/>
              </a:rPr>
              <a:t>in 4 days</a:t>
            </a:r>
            <a:endParaRPr/>
          </a:p>
        </p:txBody>
      </p:sp>
      <p:sp>
        <p:nvSpPr>
          <p:cNvPr id="454" name="Google Shape;454;p41"/>
          <p:cNvSpPr/>
          <p:nvPr/>
        </p:nvSpPr>
        <p:spPr>
          <a:xfrm>
            <a:off x="3524250" y="2971800"/>
            <a:ext cx="2076600" cy="2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15C3B"/>
              </a:buClr>
              <a:buSzPts val="1125"/>
              <a:buFont typeface="Quattrocento Sans"/>
              <a:buNone/>
            </a:pPr>
            <a:r>
              <a:rPr b="1" lang="en-US" sz="1125">
                <a:solidFill>
                  <a:srgbClr val="315C3B"/>
                </a:solidFill>
                <a:latin typeface="Quattrocento Sans"/>
                <a:ea typeface="Quattrocento Sans"/>
                <a:cs typeface="Quattrocento Sans"/>
                <a:sym typeface="Quattrocento Sans"/>
              </a:rPr>
              <a:t>POTENTIAL SURPLUS</a:t>
            </a:r>
            <a:endParaRPr/>
          </a:p>
        </p:txBody>
      </p:sp>
      <p:sp>
        <p:nvSpPr>
          <p:cNvPr id="455" name="Google Shape;455;p41"/>
          <p:cNvSpPr/>
          <p:nvPr/>
        </p:nvSpPr>
        <p:spPr>
          <a:xfrm>
            <a:off x="3585950" y="3248025"/>
            <a:ext cx="2076600" cy="66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15C3B"/>
              </a:buClr>
              <a:buSzPts val="3675"/>
              <a:buFont typeface="Quattrocento Sans"/>
              <a:buNone/>
            </a:pPr>
            <a:r>
              <a:rPr b="1" lang="en-US" sz="3675">
                <a:solidFill>
                  <a:srgbClr val="315C3B"/>
                </a:solidFill>
                <a:latin typeface="Quattrocento Sans"/>
                <a:ea typeface="Quattrocento Sans"/>
                <a:cs typeface="Quattrocento Sans"/>
                <a:sym typeface="Quattrocento Sans"/>
              </a:rPr>
              <a:t>~300</a:t>
            </a:r>
            <a:endParaRPr/>
          </a:p>
        </p:txBody>
      </p:sp>
      <p:sp>
        <p:nvSpPr>
          <p:cNvPr id="456" name="Google Shape;456;p41"/>
          <p:cNvSpPr/>
          <p:nvPr/>
        </p:nvSpPr>
        <p:spPr>
          <a:xfrm>
            <a:off x="3400775" y="3934050"/>
            <a:ext cx="2076600" cy="4764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2D2430"/>
              </a:buClr>
              <a:buSzPts val="1425"/>
              <a:buFont typeface="Quattrocento Sans"/>
              <a:buNone/>
            </a:pPr>
            <a:r>
              <a:rPr b="0" lang="en-US" sz="1425">
                <a:solidFill>
                  <a:srgbClr val="2D2430"/>
                </a:solidFill>
                <a:latin typeface="Quattrocento Sans"/>
                <a:ea typeface="Quattrocento Sans"/>
                <a:cs typeface="Quattrocento Sans"/>
                <a:sym typeface="Quattrocento Sans"/>
              </a:rPr>
              <a:t>servings per week*</a:t>
            </a:r>
            <a:endParaRPr/>
          </a:p>
        </p:txBody>
      </p:sp>
      <p:sp>
        <p:nvSpPr>
          <p:cNvPr id="457" name="Google Shape;457;p41"/>
          <p:cNvSpPr/>
          <p:nvPr/>
        </p:nvSpPr>
        <p:spPr>
          <a:xfrm>
            <a:off x="6305550" y="1771650"/>
            <a:ext cx="5200650" cy="3276600"/>
          </a:xfrm>
          <a:prstGeom prst="roundRect">
            <a:avLst>
              <a:gd fmla="val 5233" name="adj"/>
            </a:avLst>
          </a:prstGeom>
          <a:solidFill>
            <a:srgbClr val="FFFFFF"/>
          </a:solidFill>
          <a:ln cap="flat" cmpd="sng" w="14275">
            <a:solidFill>
              <a:srgbClr val="DEDC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41"/>
          <p:cNvSpPr/>
          <p:nvPr/>
        </p:nvSpPr>
        <p:spPr>
          <a:xfrm>
            <a:off x="6305550" y="1771650"/>
            <a:ext cx="5200650" cy="76200"/>
          </a:xfrm>
          <a:prstGeom prst="roundRect">
            <a:avLst>
              <a:gd fmla="val 50000" name="adj"/>
            </a:avLst>
          </a:prstGeom>
          <a:solidFill>
            <a:srgbClr val="D878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41"/>
          <p:cNvSpPr/>
          <p:nvPr/>
        </p:nvSpPr>
        <p:spPr>
          <a:xfrm>
            <a:off x="6591300" y="2000250"/>
            <a:ext cx="4629150" cy="3619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430"/>
              </a:buClr>
              <a:buSzPts val="2025"/>
              <a:buFont typeface="Quattrocento Sans"/>
              <a:buNone/>
            </a:pPr>
            <a:r>
              <a:rPr b="1" lang="en-US" sz="2025">
                <a:solidFill>
                  <a:srgbClr val="2D2430"/>
                </a:solidFill>
                <a:latin typeface="Quattrocento Sans"/>
                <a:ea typeface="Quattrocento Sans"/>
                <a:cs typeface="Quattrocento Sans"/>
                <a:sym typeface="Quattrocento Sans"/>
              </a:rPr>
              <a:t>Music City Center</a:t>
            </a:r>
            <a:endParaRPr/>
          </a:p>
        </p:txBody>
      </p:sp>
      <p:sp>
        <p:nvSpPr>
          <p:cNvPr id="460" name="Google Shape;460;p41"/>
          <p:cNvSpPr/>
          <p:nvPr/>
        </p:nvSpPr>
        <p:spPr>
          <a:xfrm>
            <a:off x="6591300" y="2352675"/>
            <a:ext cx="4629150" cy="266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5706D"/>
              </a:buClr>
              <a:buSzPts val="1275"/>
              <a:buFont typeface="Quattrocento Sans"/>
              <a:buNone/>
            </a:pPr>
            <a:r>
              <a:rPr b="0" lang="en-US" sz="1275">
                <a:solidFill>
                  <a:srgbClr val="65706D"/>
                </a:solidFill>
                <a:latin typeface="Quattrocento Sans"/>
                <a:ea typeface="Quattrocento Sans"/>
                <a:cs typeface="Quattrocento Sans"/>
                <a:sym typeface="Quattrocento Sans"/>
              </a:rPr>
              <a:t>Annual historical average, 2013–2025</a:t>
            </a:r>
            <a:endParaRPr/>
          </a:p>
        </p:txBody>
      </p:sp>
      <p:sp>
        <p:nvSpPr>
          <p:cNvPr id="461" name="Google Shape;461;p41"/>
          <p:cNvSpPr/>
          <p:nvPr/>
        </p:nvSpPr>
        <p:spPr>
          <a:xfrm>
            <a:off x="6591300" y="2714625"/>
            <a:ext cx="4629150" cy="9525"/>
          </a:xfrm>
          <a:prstGeom prst="rect">
            <a:avLst/>
          </a:prstGeom>
          <a:solidFill>
            <a:srgbClr val="DED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1"/>
          <p:cNvSpPr/>
          <p:nvPr/>
        </p:nvSpPr>
        <p:spPr>
          <a:xfrm>
            <a:off x="8456075" y="2871250"/>
            <a:ext cx="9600" cy="1666800"/>
          </a:xfrm>
          <a:prstGeom prst="rect">
            <a:avLst/>
          </a:prstGeom>
          <a:solidFill>
            <a:srgbClr val="DEDC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41"/>
          <p:cNvSpPr/>
          <p:nvPr/>
        </p:nvSpPr>
        <p:spPr>
          <a:xfrm>
            <a:off x="6591300" y="2952750"/>
            <a:ext cx="2076450" cy="2571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5706D"/>
              </a:buClr>
              <a:buSzPts val="1125"/>
              <a:buFont typeface="Quattrocento Sans"/>
              <a:buNone/>
            </a:pPr>
            <a:r>
              <a:rPr b="1" lang="en-US" sz="1125">
                <a:solidFill>
                  <a:srgbClr val="65706D"/>
                </a:solidFill>
                <a:latin typeface="Quattrocento Sans"/>
                <a:ea typeface="Quattrocento Sans"/>
                <a:cs typeface="Quattrocento Sans"/>
                <a:sym typeface="Quattrocento Sans"/>
              </a:rPr>
              <a:t>EVENTS</a:t>
            </a:r>
            <a:endParaRPr/>
          </a:p>
        </p:txBody>
      </p:sp>
      <p:sp>
        <p:nvSpPr>
          <p:cNvPr id="464" name="Google Shape;464;p41"/>
          <p:cNvSpPr/>
          <p:nvPr/>
        </p:nvSpPr>
        <p:spPr>
          <a:xfrm>
            <a:off x="6591300" y="3248025"/>
            <a:ext cx="2076450" cy="6667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430"/>
              </a:buClr>
              <a:buSzPts val="3675"/>
              <a:buFont typeface="Quattrocento Sans"/>
              <a:buNone/>
            </a:pPr>
            <a:r>
              <a:rPr b="1" lang="en-US" sz="3675">
                <a:solidFill>
                  <a:srgbClr val="2D2430"/>
                </a:solidFill>
                <a:latin typeface="Quattrocento Sans"/>
                <a:ea typeface="Quattrocento Sans"/>
                <a:cs typeface="Quattrocento Sans"/>
                <a:sym typeface="Quattrocento Sans"/>
              </a:rPr>
              <a:t>~220</a:t>
            </a:r>
            <a:endParaRPr/>
          </a:p>
        </p:txBody>
      </p:sp>
      <p:sp>
        <p:nvSpPr>
          <p:cNvPr id="465" name="Google Shape;465;p41"/>
          <p:cNvSpPr/>
          <p:nvPr/>
        </p:nvSpPr>
        <p:spPr>
          <a:xfrm>
            <a:off x="6591300" y="3933825"/>
            <a:ext cx="2076450" cy="47625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2D2430"/>
              </a:buClr>
              <a:buSzPts val="1425"/>
              <a:buFont typeface="Quattrocento Sans"/>
              <a:buNone/>
            </a:pPr>
            <a:r>
              <a:rPr b="0" lang="en-US" sz="1425">
                <a:solidFill>
                  <a:srgbClr val="2D2430"/>
                </a:solidFill>
                <a:latin typeface="Quattrocento Sans"/>
                <a:ea typeface="Quattrocento Sans"/>
                <a:cs typeface="Quattrocento Sans"/>
                <a:sym typeface="Quattrocento Sans"/>
              </a:rPr>
              <a:t>per year</a:t>
            </a:r>
            <a:endParaRPr/>
          </a:p>
        </p:txBody>
      </p:sp>
      <p:sp>
        <p:nvSpPr>
          <p:cNvPr id="466" name="Google Shape;466;p41"/>
          <p:cNvSpPr/>
          <p:nvPr/>
        </p:nvSpPr>
        <p:spPr>
          <a:xfrm>
            <a:off x="9086850" y="2990850"/>
            <a:ext cx="2076600" cy="2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87860"/>
              </a:buClr>
              <a:buSzPts val="1125"/>
              <a:buFont typeface="Quattrocento Sans"/>
              <a:buNone/>
            </a:pPr>
            <a:r>
              <a:rPr b="1" lang="en-US" sz="1125">
                <a:solidFill>
                  <a:srgbClr val="D87860"/>
                </a:solidFill>
                <a:latin typeface="Quattrocento Sans"/>
                <a:ea typeface="Quattrocento Sans"/>
                <a:cs typeface="Quattrocento Sans"/>
                <a:sym typeface="Quattrocento Sans"/>
              </a:rPr>
              <a:t>POTENTIAL SURPLUS</a:t>
            </a:r>
            <a:endParaRPr/>
          </a:p>
        </p:txBody>
      </p:sp>
      <p:sp>
        <p:nvSpPr>
          <p:cNvPr id="467" name="Google Shape;467;p41"/>
          <p:cNvSpPr/>
          <p:nvPr/>
        </p:nvSpPr>
        <p:spPr>
          <a:xfrm>
            <a:off x="9001550" y="3300338"/>
            <a:ext cx="2076600" cy="666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D87860"/>
              </a:buClr>
              <a:buSzPts val="3675"/>
              <a:buFont typeface="Quattrocento Sans"/>
              <a:buNone/>
            </a:pPr>
            <a:r>
              <a:rPr b="1" lang="en-US" sz="3675">
                <a:solidFill>
                  <a:srgbClr val="D87860"/>
                </a:solidFill>
                <a:latin typeface="Quattrocento Sans"/>
                <a:ea typeface="Quattrocento Sans"/>
                <a:cs typeface="Quattrocento Sans"/>
                <a:sym typeface="Quattrocento Sans"/>
              </a:rPr>
              <a:t>~3,300</a:t>
            </a:r>
            <a:endParaRPr/>
          </a:p>
        </p:txBody>
      </p:sp>
      <p:sp>
        <p:nvSpPr>
          <p:cNvPr id="468" name="Google Shape;468;p41"/>
          <p:cNvSpPr/>
          <p:nvPr/>
        </p:nvSpPr>
        <p:spPr>
          <a:xfrm>
            <a:off x="9086850" y="3953100"/>
            <a:ext cx="2076600" cy="476400"/>
          </a:xfrm>
          <a:prstGeom prst="rect">
            <a:avLst/>
          </a:prstGeom>
          <a:noFill/>
          <a:ln>
            <a:noFill/>
          </a:ln>
        </p:spPr>
        <p:txBody>
          <a:bodyPr anchorCtr="0" anchor="ctr" bIns="0" lIns="0" spcFirstLastPara="1" rIns="0" wrap="square" tIns="0">
            <a:noAutofit/>
          </a:bodyPr>
          <a:lstStyle/>
          <a:p>
            <a:pPr indent="0" lvl="0" marL="0" marR="0" rtl="0" algn="l">
              <a:lnSpc>
                <a:spcPct val="102000"/>
              </a:lnSpc>
              <a:spcBef>
                <a:spcPts val="0"/>
              </a:spcBef>
              <a:spcAft>
                <a:spcPts val="0"/>
              </a:spcAft>
              <a:buClr>
                <a:srgbClr val="2D2430"/>
              </a:buClr>
              <a:buSzPts val="1425"/>
              <a:buFont typeface="Quattrocento Sans"/>
              <a:buNone/>
            </a:pPr>
            <a:r>
              <a:rPr b="0" lang="en-US" sz="1425">
                <a:solidFill>
                  <a:srgbClr val="2D2430"/>
                </a:solidFill>
                <a:latin typeface="Quattrocento Sans"/>
                <a:ea typeface="Quattrocento Sans"/>
                <a:cs typeface="Quattrocento Sans"/>
                <a:sym typeface="Quattrocento Sans"/>
              </a:rPr>
              <a:t>servings per year*</a:t>
            </a:r>
            <a:endParaRPr/>
          </a:p>
        </p:txBody>
      </p:sp>
      <p:sp>
        <p:nvSpPr>
          <p:cNvPr id="469" name="Google Shape;469;p41"/>
          <p:cNvSpPr/>
          <p:nvPr/>
        </p:nvSpPr>
        <p:spPr>
          <a:xfrm>
            <a:off x="685800" y="5314950"/>
            <a:ext cx="10820400" cy="781050"/>
          </a:xfrm>
          <a:prstGeom prst="roundRect">
            <a:avLst>
              <a:gd fmla="val 19512" name="adj"/>
            </a:avLst>
          </a:prstGeom>
          <a:solidFill>
            <a:srgbClr val="EAF1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41"/>
          <p:cNvSpPr/>
          <p:nvPr/>
        </p:nvSpPr>
        <p:spPr>
          <a:xfrm>
            <a:off x="685800" y="5314950"/>
            <a:ext cx="76200" cy="781050"/>
          </a:xfrm>
          <a:prstGeom prst="rect">
            <a:avLst/>
          </a:prstGeom>
          <a:solidFill>
            <a:srgbClr val="D878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41"/>
          <p:cNvSpPr/>
          <p:nvPr/>
        </p:nvSpPr>
        <p:spPr>
          <a:xfrm>
            <a:off x="1000125" y="5419725"/>
            <a:ext cx="10239375" cy="5524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2D2430"/>
              </a:buClr>
              <a:buSzPts val="2175"/>
              <a:buFont typeface="Quattrocento Sans"/>
              <a:buNone/>
            </a:pPr>
            <a:r>
              <a:rPr b="1" lang="en-US" sz="2175">
                <a:solidFill>
                  <a:srgbClr val="2D2430"/>
                </a:solidFill>
                <a:latin typeface="Quattrocento Sans"/>
                <a:ea typeface="Quattrocento Sans"/>
                <a:cs typeface="Quattrocento Sans"/>
                <a:sym typeface="Quattrocento Sans"/>
              </a:rPr>
              <a:t>When the events end, where does the extra food go?</a:t>
            </a:r>
            <a:endParaRPr/>
          </a:p>
        </p:txBody>
      </p:sp>
      <p:sp>
        <p:nvSpPr>
          <p:cNvPr id="472" name="Google Shape;472;p41"/>
          <p:cNvSpPr/>
          <p:nvPr/>
        </p:nvSpPr>
        <p:spPr>
          <a:xfrm>
            <a:off x="714375" y="6257925"/>
            <a:ext cx="6667500" cy="23812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5706D"/>
              </a:buClr>
              <a:buSzPts val="1050"/>
              <a:buFont typeface="Quattrocento Sans"/>
              <a:buNone/>
            </a:pPr>
            <a:r>
              <a:rPr b="0" lang="en-US" sz="1050">
                <a:solidFill>
                  <a:srgbClr val="65706D"/>
                </a:solidFill>
                <a:latin typeface="Quattrocento Sans"/>
                <a:ea typeface="Quattrocento Sans"/>
                <a:cs typeface="Quattrocento Sans"/>
                <a:sym typeface="Quattrocento Sans"/>
              </a:rPr>
              <a:t>*Potential surplus servings are estimates.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7EA"/>
        </a:solidFill>
      </p:bgPr>
    </p:bg>
    <p:spTree>
      <p:nvGrpSpPr>
        <p:cNvPr id="476" name="Shape 476"/>
        <p:cNvGrpSpPr/>
        <p:nvPr/>
      </p:nvGrpSpPr>
      <p:grpSpPr>
        <a:xfrm>
          <a:off x="0" y="0"/>
          <a:ext cx="0" cy="0"/>
          <a:chOff x="0" y="0"/>
          <a:chExt cx="0" cy="0"/>
        </a:xfrm>
      </p:grpSpPr>
      <p:sp>
        <p:nvSpPr>
          <p:cNvPr id="477" name="Google Shape;477;p42"/>
          <p:cNvSpPr txBox="1"/>
          <p:nvPr/>
        </p:nvSpPr>
        <p:spPr>
          <a:xfrm>
            <a:off x="468090" y="436890"/>
            <a:ext cx="6726600" cy="877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5700" u="none" cap="none" strike="noStrike">
                <a:solidFill>
                  <a:srgbClr val="243F29"/>
                </a:solidFill>
                <a:latin typeface="Arial"/>
                <a:ea typeface="Arial"/>
                <a:cs typeface="Arial"/>
                <a:sym typeface="Arial"/>
              </a:rPr>
              <a:t>Product Overview</a:t>
            </a:r>
            <a:endParaRPr sz="1700"/>
          </a:p>
        </p:txBody>
      </p:sp>
      <p:sp>
        <p:nvSpPr>
          <p:cNvPr id="478" name="Google Shape;478;p42"/>
          <p:cNvSpPr/>
          <p:nvPr/>
        </p:nvSpPr>
        <p:spPr>
          <a:xfrm>
            <a:off x="546638" y="1665033"/>
            <a:ext cx="513000" cy="517800"/>
          </a:xfrm>
          <a:prstGeom prst="ellipse">
            <a:avLst/>
          </a:prstGeom>
          <a:solidFill>
            <a:srgbClr val="D76453"/>
          </a:solidFill>
          <a:ln>
            <a:noFill/>
          </a:ln>
          <a:effectLst>
            <a:outerShdw blurRad="40000" rotWithShape="0" dir="5400000" dist="23000">
              <a:srgbClr val="000000">
                <a:alpha val="34902"/>
              </a:srgbClr>
            </a:outerShdw>
          </a:effectLst>
        </p:spPr>
        <p:txBody>
          <a:bodyPr anchorCtr="0" anchor="ctr" bIns="42150" lIns="84325" spcFirstLastPara="1" rIns="84325" wrap="square" tIns="42150">
            <a:noAutofit/>
          </a:bodyPr>
          <a:lstStyle/>
          <a:p>
            <a:pPr indent="0" lvl="0" marL="0" marR="0" rtl="0" algn="ctr">
              <a:spcBef>
                <a:spcPts val="0"/>
              </a:spcBef>
              <a:spcAft>
                <a:spcPts val="0"/>
              </a:spcAft>
              <a:buNone/>
            </a:pPr>
            <a:r>
              <a:t/>
            </a:r>
            <a:endParaRPr b="0" i="0" sz="1700" u="none" cap="none" strike="noStrike">
              <a:solidFill>
                <a:schemeClr val="dk1"/>
              </a:solidFill>
              <a:latin typeface="Calibri"/>
              <a:ea typeface="Calibri"/>
              <a:cs typeface="Calibri"/>
              <a:sym typeface="Calibri"/>
            </a:endParaRPr>
          </a:p>
        </p:txBody>
      </p:sp>
      <p:sp>
        <p:nvSpPr>
          <p:cNvPr id="479" name="Google Shape;479;p42"/>
          <p:cNvSpPr txBox="1"/>
          <p:nvPr/>
        </p:nvSpPr>
        <p:spPr>
          <a:xfrm>
            <a:off x="546638" y="1732934"/>
            <a:ext cx="513000" cy="354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300" u="none" cap="none" strike="noStrike">
                <a:solidFill>
                  <a:srgbClr val="FFFFFF"/>
                </a:solidFill>
                <a:latin typeface="Arial"/>
                <a:ea typeface="Arial"/>
                <a:cs typeface="Arial"/>
                <a:sym typeface="Arial"/>
              </a:rPr>
              <a:t>!</a:t>
            </a:r>
            <a:endParaRPr sz="1300"/>
          </a:p>
        </p:txBody>
      </p:sp>
      <p:sp>
        <p:nvSpPr>
          <p:cNvPr id="480" name="Google Shape;480;p42"/>
          <p:cNvSpPr txBox="1"/>
          <p:nvPr/>
        </p:nvSpPr>
        <p:spPr>
          <a:xfrm>
            <a:off x="1202483" y="1783860"/>
            <a:ext cx="33633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D76453"/>
                </a:solidFill>
                <a:latin typeface="Arial"/>
                <a:ea typeface="Arial"/>
                <a:cs typeface="Arial"/>
                <a:sym typeface="Arial"/>
              </a:rPr>
              <a:t>1. PROBLEM</a:t>
            </a:r>
            <a:endParaRPr sz="1300"/>
          </a:p>
        </p:txBody>
      </p:sp>
      <p:sp>
        <p:nvSpPr>
          <p:cNvPr id="481" name="Google Shape;481;p42"/>
          <p:cNvSpPr/>
          <p:nvPr/>
        </p:nvSpPr>
        <p:spPr>
          <a:xfrm>
            <a:off x="4473303" y="1665033"/>
            <a:ext cx="513000" cy="517800"/>
          </a:xfrm>
          <a:prstGeom prst="ellipse">
            <a:avLst/>
          </a:prstGeom>
          <a:solidFill>
            <a:srgbClr val="6AA84F"/>
          </a:solidFill>
          <a:ln>
            <a:noFill/>
          </a:ln>
          <a:effectLst>
            <a:outerShdw blurRad="40000" rotWithShape="0" dir="5400000" dist="23000">
              <a:srgbClr val="000000">
                <a:alpha val="34902"/>
              </a:srgbClr>
            </a:outerShdw>
          </a:effectLst>
        </p:spPr>
        <p:txBody>
          <a:bodyPr anchorCtr="0" anchor="ctr" bIns="42150" lIns="84325" spcFirstLastPara="1" rIns="84325" wrap="square" tIns="42150">
            <a:noAutofit/>
          </a:bodyPr>
          <a:lstStyle/>
          <a:p>
            <a:pPr indent="0" lvl="0" marL="0" marR="0" rtl="0" algn="ctr">
              <a:spcBef>
                <a:spcPts val="0"/>
              </a:spcBef>
              <a:spcAft>
                <a:spcPts val="0"/>
              </a:spcAft>
              <a:buNone/>
            </a:pPr>
            <a:r>
              <a:t/>
            </a:r>
            <a:endParaRPr b="0" i="0" sz="1700" u="none" cap="none" strike="noStrike">
              <a:solidFill>
                <a:schemeClr val="dk1"/>
              </a:solidFill>
              <a:latin typeface="Calibri"/>
              <a:ea typeface="Calibri"/>
              <a:cs typeface="Calibri"/>
              <a:sym typeface="Calibri"/>
            </a:endParaRPr>
          </a:p>
        </p:txBody>
      </p:sp>
      <p:sp>
        <p:nvSpPr>
          <p:cNvPr id="482" name="Google Shape;482;p42"/>
          <p:cNvSpPr txBox="1"/>
          <p:nvPr/>
        </p:nvSpPr>
        <p:spPr>
          <a:xfrm>
            <a:off x="4473303" y="1732934"/>
            <a:ext cx="513000" cy="354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300" u="none" cap="none" strike="noStrike">
                <a:solidFill>
                  <a:srgbClr val="FFFFFF"/>
                </a:solidFill>
                <a:latin typeface="Arial"/>
                <a:ea typeface="Arial"/>
                <a:cs typeface="Arial"/>
                <a:sym typeface="Arial"/>
              </a:rPr>
              <a:t>◎</a:t>
            </a:r>
            <a:endParaRPr sz="1300"/>
          </a:p>
        </p:txBody>
      </p:sp>
      <p:sp>
        <p:nvSpPr>
          <p:cNvPr id="483" name="Google Shape;483;p42"/>
          <p:cNvSpPr txBox="1"/>
          <p:nvPr/>
        </p:nvSpPr>
        <p:spPr>
          <a:xfrm>
            <a:off x="5129148" y="1783860"/>
            <a:ext cx="33633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6AA84F"/>
                </a:solidFill>
                <a:latin typeface="Arial"/>
                <a:ea typeface="Arial"/>
                <a:cs typeface="Arial"/>
                <a:sym typeface="Arial"/>
              </a:rPr>
              <a:t>2. GOAL</a:t>
            </a:r>
            <a:endParaRPr sz="1300">
              <a:solidFill>
                <a:srgbClr val="6AA84F"/>
              </a:solidFill>
            </a:endParaRPr>
          </a:p>
        </p:txBody>
      </p:sp>
      <p:sp>
        <p:nvSpPr>
          <p:cNvPr id="484" name="Google Shape;484;p42"/>
          <p:cNvSpPr/>
          <p:nvPr/>
        </p:nvSpPr>
        <p:spPr>
          <a:xfrm>
            <a:off x="7769347" y="1665033"/>
            <a:ext cx="513000" cy="517800"/>
          </a:xfrm>
          <a:prstGeom prst="ellipse">
            <a:avLst/>
          </a:prstGeom>
          <a:solidFill>
            <a:srgbClr val="243F29"/>
          </a:solidFill>
          <a:ln>
            <a:noFill/>
          </a:ln>
          <a:effectLst>
            <a:outerShdw blurRad="40000" rotWithShape="0" dir="5400000" dist="23000">
              <a:srgbClr val="000000">
                <a:alpha val="34902"/>
              </a:srgbClr>
            </a:outerShdw>
          </a:effectLst>
        </p:spPr>
        <p:txBody>
          <a:bodyPr anchorCtr="0" anchor="ctr" bIns="42150" lIns="84325" spcFirstLastPara="1" rIns="84325" wrap="square" tIns="42150">
            <a:noAutofit/>
          </a:bodyPr>
          <a:lstStyle/>
          <a:p>
            <a:pPr indent="0" lvl="0" marL="0" marR="0" rtl="0" algn="ctr">
              <a:spcBef>
                <a:spcPts val="0"/>
              </a:spcBef>
              <a:spcAft>
                <a:spcPts val="0"/>
              </a:spcAft>
              <a:buNone/>
            </a:pPr>
            <a:r>
              <a:t/>
            </a:r>
            <a:endParaRPr b="0" i="0" sz="1700" u="none" cap="none" strike="noStrike">
              <a:solidFill>
                <a:schemeClr val="dk1"/>
              </a:solidFill>
              <a:latin typeface="Calibri"/>
              <a:ea typeface="Calibri"/>
              <a:cs typeface="Calibri"/>
              <a:sym typeface="Calibri"/>
            </a:endParaRPr>
          </a:p>
        </p:txBody>
      </p:sp>
      <p:sp>
        <p:nvSpPr>
          <p:cNvPr id="485" name="Google Shape;485;p42"/>
          <p:cNvSpPr txBox="1"/>
          <p:nvPr/>
        </p:nvSpPr>
        <p:spPr>
          <a:xfrm>
            <a:off x="7769347" y="1732934"/>
            <a:ext cx="513000" cy="3540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300" u="none" cap="none" strike="noStrike">
                <a:solidFill>
                  <a:srgbClr val="FFFFFF"/>
                </a:solidFill>
                <a:latin typeface="Arial"/>
                <a:ea typeface="Arial"/>
                <a:cs typeface="Arial"/>
                <a:sym typeface="Arial"/>
              </a:rPr>
              <a:t>⚙</a:t>
            </a:r>
            <a:endParaRPr sz="1300"/>
          </a:p>
        </p:txBody>
      </p:sp>
      <p:sp>
        <p:nvSpPr>
          <p:cNvPr id="486" name="Google Shape;486;p42"/>
          <p:cNvSpPr txBox="1"/>
          <p:nvPr/>
        </p:nvSpPr>
        <p:spPr>
          <a:xfrm>
            <a:off x="8425201" y="1783850"/>
            <a:ext cx="37668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243F29"/>
                </a:solidFill>
                <a:latin typeface="Arial"/>
                <a:ea typeface="Arial"/>
                <a:cs typeface="Arial"/>
                <a:sym typeface="Arial"/>
              </a:rPr>
              <a:t>3. HOW </a:t>
            </a:r>
            <a:r>
              <a:rPr b="1" lang="en-US" sz="1800">
                <a:solidFill>
                  <a:srgbClr val="243F29"/>
                </a:solidFill>
              </a:rPr>
              <a:t>“</a:t>
            </a:r>
            <a:r>
              <a:rPr b="1" i="0" lang="en-US" sz="1800" u="none" cap="none" strike="noStrike">
                <a:solidFill>
                  <a:srgbClr val="243F29"/>
                </a:solidFill>
                <a:latin typeface="Arial"/>
                <a:ea typeface="Arial"/>
                <a:cs typeface="Arial"/>
                <a:sym typeface="Arial"/>
              </a:rPr>
              <a:t>NOT WASTED</a:t>
            </a:r>
            <a:r>
              <a:rPr b="1" lang="en-US" sz="1800">
                <a:solidFill>
                  <a:srgbClr val="243F29"/>
                </a:solidFill>
              </a:rPr>
              <a:t>”</a:t>
            </a:r>
            <a:r>
              <a:rPr b="1" i="0" lang="en-US" sz="1800" u="none" cap="none" strike="noStrike">
                <a:solidFill>
                  <a:srgbClr val="243F29"/>
                </a:solidFill>
                <a:latin typeface="Arial"/>
                <a:ea typeface="Arial"/>
                <a:cs typeface="Arial"/>
                <a:sym typeface="Arial"/>
              </a:rPr>
              <a:t>WORKS</a:t>
            </a:r>
            <a:endParaRPr sz="1300"/>
          </a:p>
        </p:txBody>
      </p:sp>
      <p:sp>
        <p:nvSpPr>
          <p:cNvPr id="487" name="Google Shape;487;p42"/>
          <p:cNvSpPr/>
          <p:nvPr/>
        </p:nvSpPr>
        <p:spPr>
          <a:xfrm>
            <a:off x="378475" y="2318575"/>
            <a:ext cx="3018600" cy="3946800"/>
          </a:xfrm>
          <a:prstGeom prst="roundRect">
            <a:avLst>
              <a:gd fmla="val 9000" name="adj"/>
            </a:avLst>
          </a:prstGeom>
          <a:solidFill>
            <a:srgbClr val="FFFCF8"/>
          </a:solidFill>
          <a:ln cap="flat" cmpd="sng" w="17775">
            <a:solidFill>
              <a:srgbClr val="D76453"/>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2150" lIns="84325" spcFirstLastPara="1" rIns="84325" wrap="square" tIns="42150">
            <a:noAutofit/>
          </a:bodyPr>
          <a:lstStyle/>
          <a:p>
            <a:pPr indent="0" lvl="0" marL="0" marR="0" rtl="0" algn="ctr">
              <a:spcBef>
                <a:spcPts val="0"/>
              </a:spcBef>
              <a:spcAft>
                <a:spcPts val="0"/>
              </a:spcAft>
              <a:buNone/>
            </a:pPr>
            <a:r>
              <a:t/>
            </a:r>
            <a:endParaRPr b="0" i="0" sz="1700" u="none" cap="none" strike="noStrike">
              <a:solidFill>
                <a:schemeClr val="dk1"/>
              </a:solidFill>
              <a:latin typeface="Calibri"/>
              <a:ea typeface="Calibri"/>
              <a:cs typeface="Calibri"/>
              <a:sym typeface="Calibri"/>
            </a:endParaRPr>
          </a:p>
        </p:txBody>
      </p:sp>
      <p:sp>
        <p:nvSpPr>
          <p:cNvPr id="488" name="Google Shape;488;p42"/>
          <p:cNvSpPr txBox="1"/>
          <p:nvPr/>
        </p:nvSpPr>
        <p:spPr>
          <a:xfrm>
            <a:off x="639129" y="2488333"/>
            <a:ext cx="2522400" cy="138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222724"/>
                </a:solidFill>
                <a:latin typeface="Arial"/>
                <a:ea typeface="Arial"/>
                <a:cs typeface="Arial"/>
                <a:sym typeface="Arial"/>
              </a:rPr>
              <a:t>Leftover food after</a:t>
            </a:r>
            <a:endParaRPr sz="1300"/>
          </a:p>
          <a:p>
            <a:pPr indent="0" lvl="0" marL="0" marR="0" rtl="0" algn="ctr">
              <a:spcBef>
                <a:spcPts val="0"/>
              </a:spcBef>
              <a:spcAft>
                <a:spcPts val="0"/>
              </a:spcAft>
              <a:buNone/>
            </a:pPr>
            <a:r>
              <a:rPr b="0" i="0" lang="en-US" sz="1800" u="none" cap="none" strike="noStrike">
                <a:solidFill>
                  <a:srgbClr val="222724"/>
                </a:solidFill>
                <a:latin typeface="Arial"/>
                <a:ea typeface="Arial"/>
                <a:cs typeface="Arial"/>
                <a:sym typeface="Arial"/>
              </a:rPr>
              <a:t>events is often wasted</a:t>
            </a:r>
            <a:endParaRPr sz="1300"/>
          </a:p>
          <a:p>
            <a:pPr indent="0" lvl="0" marL="0" marR="0" rtl="0" algn="ctr">
              <a:spcBef>
                <a:spcPts val="0"/>
              </a:spcBef>
              <a:spcAft>
                <a:spcPts val="0"/>
              </a:spcAft>
              <a:buNone/>
            </a:pPr>
            <a:r>
              <a:rPr b="0" i="0" lang="en-US" sz="1800" u="none" cap="none" strike="noStrike">
                <a:solidFill>
                  <a:srgbClr val="222724"/>
                </a:solidFill>
                <a:latin typeface="Arial"/>
                <a:ea typeface="Arial"/>
                <a:cs typeface="Arial"/>
                <a:sym typeface="Arial"/>
              </a:rPr>
              <a:t>because donation</a:t>
            </a:r>
            <a:endParaRPr sz="1300"/>
          </a:p>
          <a:p>
            <a:pPr indent="0" lvl="0" marL="0" marR="0" rtl="0" algn="ctr">
              <a:spcBef>
                <a:spcPts val="0"/>
              </a:spcBef>
              <a:spcAft>
                <a:spcPts val="0"/>
              </a:spcAft>
              <a:buNone/>
            </a:pPr>
            <a:r>
              <a:rPr b="0" i="0" lang="en-US" sz="1800" u="none" cap="none" strike="noStrike">
                <a:solidFill>
                  <a:srgbClr val="222724"/>
                </a:solidFill>
                <a:latin typeface="Arial"/>
                <a:ea typeface="Arial"/>
                <a:cs typeface="Arial"/>
                <a:sym typeface="Arial"/>
              </a:rPr>
              <a:t>coordination is slow</a:t>
            </a:r>
            <a:endParaRPr sz="1300"/>
          </a:p>
          <a:p>
            <a:pPr indent="0" lvl="0" marL="0" marR="0" rtl="0" algn="ctr">
              <a:spcBef>
                <a:spcPts val="0"/>
              </a:spcBef>
              <a:spcAft>
                <a:spcPts val="0"/>
              </a:spcAft>
              <a:buNone/>
            </a:pPr>
            <a:r>
              <a:rPr b="0" i="0" lang="en-US" sz="1800" u="none" cap="none" strike="noStrike">
                <a:solidFill>
                  <a:srgbClr val="222724"/>
                </a:solidFill>
                <a:latin typeface="Arial"/>
                <a:ea typeface="Arial"/>
                <a:cs typeface="Arial"/>
                <a:sym typeface="Arial"/>
              </a:rPr>
              <a:t>and difficult.</a:t>
            </a:r>
            <a:endParaRPr sz="1300"/>
          </a:p>
        </p:txBody>
      </p:sp>
      <p:pic>
        <p:nvPicPr>
          <p:cNvPr descr="not_wasted_food_crop.png" id="489" name="Google Shape;489;p42"/>
          <p:cNvPicPr preferRelativeResize="0"/>
          <p:nvPr/>
        </p:nvPicPr>
        <p:blipFill rotWithShape="1">
          <a:blip r:embed="rId3">
            <a:alphaModFix/>
          </a:blip>
          <a:srcRect b="0" l="0" r="0" t="0"/>
          <a:stretch/>
        </p:blipFill>
        <p:spPr>
          <a:xfrm>
            <a:off x="403700" y="4143426"/>
            <a:ext cx="2968125" cy="1994575"/>
          </a:xfrm>
          <a:prstGeom prst="rect">
            <a:avLst/>
          </a:prstGeom>
          <a:noFill/>
          <a:ln>
            <a:noFill/>
          </a:ln>
        </p:spPr>
      </p:pic>
      <p:sp>
        <p:nvSpPr>
          <p:cNvPr id="490" name="Google Shape;490;p42"/>
          <p:cNvSpPr/>
          <p:nvPr/>
        </p:nvSpPr>
        <p:spPr>
          <a:xfrm>
            <a:off x="4069706" y="2318580"/>
            <a:ext cx="2943000" cy="3819300"/>
          </a:xfrm>
          <a:prstGeom prst="roundRect">
            <a:avLst>
              <a:gd fmla="val 9000" name="adj"/>
            </a:avLst>
          </a:prstGeom>
          <a:solidFill>
            <a:srgbClr val="F7F8F0"/>
          </a:solidFill>
          <a:ln cap="flat" cmpd="sng" w="19050">
            <a:solidFill>
              <a:srgbClr val="A0B47F"/>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2150" lIns="84325" spcFirstLastPara="1" rIns="84325" wrap="square" tIns="42150">
            <a:noAutofit/>
          </a:bodyPr>
          <a:lstStyle/>
          <a:p>
            <a:pPr indent="0" lvl="0" marL="0" marR="0" rtl="0" algn="ctr">
              <a:spcBef>
                <a:spcPts val="0"/>
              </a:spcBef>
              <a:spcAft>
                <a:spcPts val="0"/>
              </a:spcAft>
              <a:buNone/>
            </a:pPr>
            <a:r>
              <a:t/>
            </a:r>
            <a:endParaRPr b="0" i="0" sz="1700" u="none" cap="none" strike="noStrike">
              <a:solidFill>
                <a:schemeClr val="dk1"/>
              </a:solidFill>
              <a:latin typeface="Calibri"/>
              <a:ea typeface="Calibri"/>
              <a:cs typeface="Calibri"/>
              <a:sym typeface="Calibri"/>
            </a:endParaRPr>
          </a:p>
        </p:txBody>
      </p:sp>
      <p:sp>
        <p:nvSpPr>
          <p:cNvPr id="491" name="Google Shape;491;p42"/>
          <p:cNvSpPr txBox="1"/>
          <p:nvPr/>
        </p:nvSpPr>
        <p:spPr>
          <a:xfrm>
            <a:off x="4784409" y="2785399"/>
            <a:ext cx="1471500" cy="1246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8100" u="none" cap="none" strike="noStrike">
                <a:solidFill>
                  <a:srgbClr val="243F29"/>
                </a:solidFill>
                <a:latin typeface="Arial"/>
                <a:ea typeface="Arial"/>
                <a:cs typeface="Arial"/>
                <a:sym typeface="Arial"/>
              </a:rPr>
              <a:t>♡</a:t>
            </a:r>
            <a:endParaRPr sz="1300"/>
          </a:p>
        </p:txBody>
      </p:sp>
      <p:sp>
        <p:nvSpPr>
          <p:cNvPr id="492" name="Google Shape;492;p42"/>
          <p:cNvSpPr txBox="1"/>
          <p:nvPr/>
        </p:nvSpPr>
        <p:spPr>
          <a:xfrm>
            <a:off x="4372403" y="4219808"/>
            <a:ext cx="2354400" cy="1616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243F29"/>
                </a:solidFill>
                <a:latin typeface="Arial"/>
                <a:ea typeface="Arial"/>
                <a:cs typeface="Arial"/>
                <a:sym typeface="Arial"/>
              </a:rPr>
              <a:t>Make surplus</a:t>
            </a:r>
            <a:endParaRPr sz="1300"/>
          </a:p>
          <a:p>
            <a:pPr indent="0" lvl="0" marL="0" marR="0" rtl="0" algn="ctr">
              <a:spcBef>
                <a:spcPts val="0"/>
              </a:spcBef>
              <a:spcAft>
                <a:spcPts val="0"/>
              </a:spcAft>
              <a:buNone/>
            </a:pPr>
            <a:r>
              <a:rPr b="1" i="0" lang="en-US" sz="2100" u="none" cap="none" strike="noStrike">
                <a:solidFill>
                  <a:srgbClr val="243F29"/>
                </a:solidFill>
                <a:latin typeface="Arial"/>
                <a:ea typeface="Arial"/>
                <a:cs typeface="Arial"/>
                <a:sym typeface="Arial"/>
              </a:rPr>
              <a:t>food redistribution</a:t>
            </a:r>
            <a:endParaRPr sz="1300"/>
          </a:p>
          <a:p>
            <a:pPr indent="0" lvl="0" marL="0" marR="0" rtl="0" algn="ctr">
              <a:spcBef>
                <a:spcPts val="0"/>
              </a:spcBef>
              <a:spcAft>
                <a:spcPts val="0"/>
              </a:spcAft>
              <a:buNone/>
            </a:pPr>
            <a:r>
              <a:rPr b="1" i="0" lang="en-US" sz="2100" u="none" cap="none" strike="noStrike">
                <a:solidFill>
                  <a:srgbClr val="243F29"/>
                </a:solidFill>
                <a:latin typeface="Arial"/>
                <a:ea typeface="Arial"/>
                <a:cs typeface="Arial"/>
                <a:sym typeface="Arial"/>
              </a:rPr>
              <a:t>easy, fast, and</a:t>
            </a:r>
            <a:endParaRPr sz="1300"/>
          </a:p>
          <a:p>
            <a:pPr indent="0" lvl="0" marL="0" marR="0" rtl="0" algn="ctr">
              <a:spcBef>
                <a:spcPts val="0"/>
              </a:spcBef>
              <a:spcAft>
                <a:spcPts val="0"/>
              </a:spcAft>
              <a:buNone/>
            </a:pPr>
            <a:r>
              <a:rPr b="1" i="0" lang="en-US" sz="2100" u="none" cap="none" strike="noStrike">
                <a:solidFill>
                  <a:srgbClr val="243F29"/>
                </a:solidFill>
                <a:latin typeface="Arial"/>
                <a:ea typeface="Arial"/>
                <a:cs typeface="Arial"/>
                <a:sym typeface="Arial"/>
              </a:rPr>
              <a:t>accessible.</a:t>
            </a:r>
            <a:endParaRPr sz="1300"/>
          </a:p>
        </p:txBody>
      </p:sp>
      <p:sp>
        <p:nvSpPr>
          <p:cNvPr id="493" name="Google Shape;493;p42"/>
          <p:cNvSpPr txBox="1"/>
          <p:nvPr/>
        </p:nvSpPr>
        <p:spPr>
          <a:xfrm>
            <a:off x="3388635" y="3795427"/>
            <a:ext cx="714600" cy="723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700" u="none" cap="none" strike="noStrike">
                <a:solidFill>
                  <a:srgbClr val="243F29"/>
                </a:solidFill>
                <a:latin typeface="Arial"/>
                <a:ea typeface="Arial"/>
                <a:cs typeface="Arial"/>
                <a:sym typeface="Arial"/>
              </a:rPr>
              <a:t>➜</a:t>
            </a:r>
            <a:endParaRPr sz="1300"/>
          </a:p>
        </p:txBody>
      </p:sp>
      <p:sp>
        <p:nvSpPr>
          <p:cNvPr id="494" name="Google Shape;494;p42"/>
          <p:cNvSpPr txBox="1"/>
          <p:nvPr/>
        </p:nvSpPr>
        <p:spPr>
          <a:xfrm>
            <a:off x="7021010" y="3795427"/>
            <a:ext cx="706200" cy="7233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700" u="none" cap="none" strike="noStrike">
                <a:solidFill>
                  <a:srgbClr val="243F29"/>
                </a:solidFill>
                <a:latin typeface="Arial"/>
                <a:ea typeface="Arial"/>
                <a:cs typeface="Arial"/>
                <a:sym typeface="Arial"/>
              </a:rPr>
              <a:t>➜</a:t>
            </a:r>
            <a:endParaRPr sz="1300"/>
          </a:p>
        </p:txBody>
      </p:sp>
      <p:sp>
        <p:nvSpPr>
          <p:cNvPr id="495" name="Google Shape;495;p42"/>
          <p:cNvSpPr/>
          <p:nvPr/>
        </p:nvSpPr>
        <p:spPr>
          <a:xfrm>
            <a:off x="7794572" y="2539258"/>
            <a:ext cx="479400" cy="483900"/>
          </a:xfrm>
          <a:prstGeom prst="ellipse">
            <a:avLst/>
          </a:prstGeom>
          <a:solidFill>
            <a:srgbClr val="6AA84F"/>
          </a:solidFill>
          <a:ln>
            <a:noFill/>
          </a:ln>
          <a:effectLst>
            <a:outerShdw blurRad="40000" rotWithShape="0" dir="5400000" dist="23000">
              <a:srgbClr val="000000">
                <a:alpha val="34902"/>
              </a:srgbClr>
            </a:outerShdw>
          </a:effectLst>
        </p:spPr>
        <p:txBody>
          <a:bodyPr anchorCtr="0" anchor="ctr" bIns="42150" lIns="84325" spcFirstLastPara="1" rIns="84325" wrap="square" tIns="42150">
            <a:noAutofit/>
          </a:bodyPr>
          <a:lstStyle/>
          <a:p>
            <a:pPr indent="0" lvl="0" marL="0" marR="0" rtl="0" algn="ctr">
              <a:spcBef>
                <a:spcPts val="0"/>
              </a:spcBef>
              <a:spcAft>
                <a:spcPts val="0"/>
              </a:spcAft>
              <a:buNone/>
            </a:pPr>
            <a:r>
              <a:t/>
            </a:r>
            <a:endParaRPr b="0" i="0" sz="1700" u="none" cap="none" strike="noStrike">
              <a:solidFill>
                <a:schemeClr val="dk1"/>
              </a:solidFill>
              <a:latin typeface="Calibri"/>
              <a:ea typeface="Calibri"/>
              <a:cs typeface="Calibri"/>
              <a:sym typeface="Calibri"/>
            </a:endParaRPr>
          </a:p>
        </p:txBody>
      </p:sp>
      <p:sp>
        <p:nvSpPr>
          <p:cNvPr id="496" name="Google Shape;496;p42"/>
          <p:cNvSpPr txBox="1"/>
          <p:nvPr/>
        </p:nvSpPr>
        <p:spPr>
          <a:xfrm>
            <a:off x="7794572" y="2581696"/>
            <a:ext cx="4794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FFFFF"/>
                </a:solidFill>
                <a:latin typeface="Arial"/>
                <a:ea typeface="Arial"/>
                <a:cs typeface="Arial"/>
                <a:sym typeface="Arial"/>
              </a:rPr>
              <a:t>1</a:t>
            </a:r>
            <a:endParaRPr sz="1300"/>
          </a:p>
        </p:txBody>
      </p:sp>
      <p:sp>
        <p:nvSpPr>
          <p:cNvPr id="497" name="Google Shape;497;p42"/>
          <p:cNvSpPr/>
          <p:nvPr/>
        </p:nvSpPr>
        <p:spPr>
          <a:xfrm>
            <a:off x="8374743" y="2352531"/>
            <a:ext cx="983700" cy="993000"/>
          </a:xfrm>
          <a:prstGeom prst="ellipse">
            <a:avLst/>
          </a:prstGeom>
          <a:solidFill>
            <a:srgbClr val="EEF1E5"/>
          </a:solidFill>
          <a:ln>
            <a:noFill/>
          </a:ln>
          <a:effectLst>
            <a:outerShdw blurRad="40000" rotWithShape="0" dir="5400000" dist="23000">
              <a:srgbClr val="000000">
                <a:alpha val="34902"/>
              </a:srgbClr>
            </a:outerShdw>
          </a:effectLst>
        </p:spPr>
        <p:txBody>
          <a:bodyPr anchorCtr="0" anchor="ctr" bIns="42150" lIns="84325" spcFirstLastPara="1" rIns="84325" wrap="square" tIns="42150">
            <a:noAutofit/>
          </a:bodyPr>
          <a:lstStyle/>
          <a:p>
            <a:pPr indent="0" lvl="0" marL="0" marR="0" rtl="0" algn="ctr">
              <a:spcBef>
                <a:spcPts val="0"/>
              </a:spcBef>
              <a:spcAft>
                <a:spcPts val="0"/>
              </a:spcAft>
              <a:buNone/>
            </a:pPr>
            <a:r>
              <a:t/>
            </a:r>
            <a:endParaRPr b="0" i="0" sz="1700" u="none" cap="none" strike="noStrike">
              <a:solidFill>
                <a:schemeClr val="dk1"/>
              </a:solidFill>
              <a:latin typeface="Calibri"/>
              <a:ea typeface="Calibri"/>
              <a:cs typeface="Calibri"/>
              <a:sym typeface="Calibri"/>
            </a:endParaRPr>
          </a:p>
        </p:txBody>
      </p:sp>
      <p:sp>
        <p:nvSpPr>
          <p:cNvPr id="498" name="Google Shape;498;p42"/>
          <p:cNvSpPr txBox="1"/>
          <p:nvPr/>
        </p:nvSpPr>
        <p:spPr>
          <a:xfrm>
            <a:off x="8467234" y="2539258"/>
            <a:ext cx="7989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300"/>
          </a:p>
        </p:txBody>
      </p:sp>
      <p:sp>
        <p:nvSpPr>
          <p:cNvPr id="499" name="Google Shape;499;p42"/>
          <p:cNvSpPr txBox="1"/>
          <p:nvPr/>
        </p:nvSpPr>
        <p:spPr>
          <a:xfrm>
            <a:off x="9577126" y="2471357"/>
            <a:ext cx="2337600" cy="785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43F29"/>
                </a:solidFill>
                <a:latin typeface="Arial"/>
                <a:ea typeface="Arial"/>
                <a:cs typeface="Arial"/>
                <a:sym typeface="Arial"/>
              </a:rPr>
              <a:t>Event organizers</a:t>
            </a:r>
            <a:endParaRPr sz="1300"/>
          </a:p>
          <a:p>
            <a:pPr indent="0" lvl="0" marL="0" marR="0" rtl="0" algn="l">
              <a:spcBef>
                <a:spcPts val="0"/>
              </a:spcBef>
              <a:spcAft>
                <a:spcPts val="0"/>
              </a:spcAft>
              <a:buNone/>
            </a:pPr>
            <a:r>
              <a:rPr b="0" i="0" lang="en-US" sz="1700" u="none" cap="none" strike="noStrike">
                <a:solidFill>
                  <a:srgbClr val="243F29"/>
                </a:solidFill>
                <a:latin typeface="Arial"/>
                <a:ea typeface="Arial"/>
                <a:cs typeface="Arial"/>
                <a:sym typeface="Arial"/>
              </a:rPr>
              <a:t>post or schedule</a:t>
            </a:r>
            <a:endParaRPr sz="1300"/>
          </a:p>
          <a:p>
            <a:pPr indent="0" lvl="0" marL="0" marR="0" rtl="0" algn="l">
              <a:spcBef>
                <a:spcPts val="0"/>
              </a:spcBef>
              <a:spcAft>
                <a:spcPts val="0"/>
              </a:spcAft>
              <a:buNone/>
            </a:pPr>
            <a:r>
              <a:rPr b="0" i="0" lang="en-US" sz="1700" u="none" cap="none" strike="noStrike">
                <a:solidFill>
                  <a:srgbClr val="243F29"/>
                </a:solidFill>
                <a:latin typeface="Arial"/>
                <a:ea typeface="Arial"/>
                <a:cs typeface="Arial"/>
                <a:sym typeface="Arial"/>
              </a:rPr>
              <a:t>surplus food.</a:t>
            </a:r>
            <a:endParaRPr sz="1300"/>
          </a:p>
        </p:txBody>
      </p:sp>
      <p:sp>
        <p:nvSpPr>
          <p:cNvPr id="500" name="Google Shape;500;p42"/>
          <p:cNvSpPr/>
          <p:nvPr/>
        </p:nvSpPr>
        <p:spPr>
          <a:xfrm>
            <a:off x="7786163" y="3583236"/>
            <a:ext cx="4019100" cy="15300"/>
          </a:xfrm>
          <a:prstGeom prst="rect">
            <a:avLst/>
          </a:prstGeom>
          <a:solidFill>
            <a:srgbClr val="C9D2B5"/>
          </a:solidFill>
          <a:ln>
            <a:noFill/>
          </a:ln>
          <a:effectLst>
            <a:outerShdw blurRad="40000" rotWithShape="0" dir="5400000" dist="23000">
              <a:srgbClr val="000000">
                <a:alpha val="34902"/>
              </a:srgbClr>
            </a:outerShdw>
          </a:effectLst>
        </p:spPr>
        <p:txBody>
          <a:bodyPr anchorCtr="0" anchor="ctr" bIns="42150" lIns="84325" spcFirstLastPara="1" rIns="84325" wrap="square" tIns="42150">
            <a:noAutofit/>
          </a:bodyPr>
          <a:lstStyle/>
          <a:p>
            <a:pPr indent="0" lvl="0" marL="0" marR="0" rtl="0" algn="ctr">
              <a:spcBef>
                <a:spcPts val="0"/>
              </a:spcBef>
              <a:spcAft>
                <a:spcPts val="0"/>
              </a:spcAft>
              <a:buNone/>
            </a:pPr>
            <a:r>
              <a:t/>
            </a:r>
            <a:endParaRPr b="0" i="0" sz="1700" u="none" cap="none" strike="noStrike">
              <a:solidFill>
                <a:schemeClr val="dk1"/>
              </a:solidFill>
              <a:latin typeface="Calibri"/>
              <a:ea typeface="Calibri"/>
              <a:cs typeface="Calibri"/>
              <a:sym typeface="Calibri"/>
            </a:endParaRPr>
          </a:p>
        </p:txBody>
      </p:sp>
      <p:sp>
        <p:nvSpPr>
          <p:cNvPr id="501" name="Google Shape;501;p42"/>
          <p:cNvSpPr/>
          <p:nvPr/>
        </p:nvSpPr>
        <p:spPr>
          <a:xfrm>
            <a:off x="7794572" y="3905766"/>
            <a:ext cx="479400" cy="483900"/>
          </a:xfrm>
          <a:prstGeom prst="ellipse">
            <a:avLst/>
          </a:prstGeom>
          <a:solidFill>
            <a:srgbClr val="6AA84F"/>
          </a:solidFill>
          <a:ln>
            <a:noFill/>
          </a:ln>
          <a:effectLst>
            <a:outerShdw blurRad="40000" rotWithShape="0" dir="5400000" dist="23000">
              <a:srgbClr val="000000">
                <a:alpha val="34902"/>
              </a:srgbClr>
            </a:outerShdw>
          </a:effectLst>
        </p:spPr>
        <p:txBody>
          <a:bodyPr anchorCtr="0" anchor="ctr" bIns="42150" lIns="84325" spcFirstLastPara="1" rIns="84325" wrap="square" tIns="42150">
            <a:noAutofit/>
          </a:bodyPr>
          <a:lstStyle/>
          <a:p>
            <a:pPr indent="0" lvl="0" marL="0" marR="0" rtl="0" algn="ctr">
              <a:spcBef>
                <a:spcPts val="0"/>
              </a:spcBef>
              <a:spcAft>
                <a:spcPts val="0"/>
              </a:spcAft>
              <a:buNone/>
            </a:pPr>
            <a:r>
              <a:t/>
            </a:r>
            <a:endParaRPr b="0" i="0" sz="1700" u="none" cap="none" strike="noStrike">
              <a:solidFill>
                <a:schemeClr val="dk1"/>
              </a:solidFill>
              <a:latin typeface="Calibri"/>
              <a:ea typeface="Calibri"/>
              <a:cs typeface="Calibri"/>
              <a:sym typeface="Calibri"/>
            </a:endParaRPr>
          </a:p>
        </p:txBody>
      </p:sp>
      <p:sp>
        <p:nvSpPr>
          <p:cNvPr id="502" name="Google Shape;502;p42"/>
          <p:cNvSpPr txBox="1"/>
          <p:nvPr/>
        </p:nvSpPr>
        <p:spPr>
          <a:xfrm>
            <a:off x="7794572" y="3948204"/>
            <a:ext cx="4794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FFFFF"/>
                </a:solidFill>
                <a:latin typeface="Arial"/>
                <a:ea typeface="Arial"/>
                <a:cs typeface="Arial"/>
                <a:sym typeface="Arial"/>
              </a:rPr>
              <a:t>2</a:t>
            </a:r>
            <a:endParaRPr sz="1300"/>
          </a:p>
        </p:txBody>
      </p:sp>
      <p:sp>
        <p:nvSpPr>
          <p:cNvPr id="503" name="Google Shape;503;p42"/>
          <p:cNvSpPr/>
          <p:nvPr/>
        </p:nvSpPr>
        <p:spPr>
          <a:xfrm>
            <a:off x="8374743" y="3719038"/>
            <a:ext cx="983700" cy="993000"/>
          </a:xfrm>
          <a:prstGeom prst="ellipse">
            <a:avLst/>
          </a:prstGeom>
          <a:solidFill>
            <a:srgbClr val="EEF1E5"/>
          </a:solidFill>
          <a:ln>
            <a:noFill/>
          </a:ln>
          <a:effectLst>
            <a:outerShdw blurRad="40000" rotWithShape="0" dir="5400000" dist="23000">
              <a:srgbClr val="000000">
                <a:alpha val="34902"/>
              </a:srgbClr>
            </a:outerShdw>
          </a:effectLst>
        </p:spPr>
        <p:txBody>
          <a:bodyPr anchorCtr="0" anchor="ctr" bIns="42150" lIns="84325" spcFirstLastPara="1" rIns="84325" wrap="square" tIns="42150">
            <a:noAutofit/>
          </a:bodyPr>
          <a:lstStyle/>
          <a:p>
            <a:pPr indent="0" lvl="0" marL="0" marR="0" rtl="0" algn="ctr">
              <a:spcBef>
                <a:spcPts val="0"/>
              </a:spcBef>
              <a:spcAft>
                <a:spcPts val="0"/>
              </a:spcAft>
              <a:buNone/>
            </a:pPr>
            <a:r>
              <a:t/>
            </a:r>
            <a:endParaRPr b="0" i="0" sz="1700" u="none" cap="none" strike="noStrike">
              <a:solidFill>
                <a:schemeClr val="dk1"/>
              </a:solidFill>
              <a:latin typeface="Calibri"/>
              <a:ea typeface="Calibri"/>
              <a:cs typeface="Calibri"/>
              <a:sym typeface="Calibri"/>
            </a:endParaRPr>
          </a:p>
        </p:txBody>
      </p:sp>
      <p:sp>
        <p:nvSpPr>
          <p:cNvPr id="504" name="Google Shape;504;p42"/>
          <p:cNvSpPr txBox="1"/>
          <p:nvPr/>
        </p:nvSpPr>
        <p:spPr>
          <a:xfrm>
            <a:off x="8467234" y="3905766"/>
            <a:ext cx="798900" cy="200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sz="1300"/>
          </a:p>
        </p:txBody>
      </p:sp>
      <p:sp>
        <p:nvSpPr>
          <p:cNvPr id="505" name="Google Shape;505;p42"/>
          <p:cNvSpPr txBox="1"/>
          <p:nvPr/>
        </p:nvSpPr>
        <p:spPr>
          <a:xfrm>
            <a:off x="9577126" y="3837865"/>
            <a:ext cx="2337600" cy="785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43F29"/>
                </a:solidFill>
                <a:latin typeface="Arial"/>
                <a:ea typeface="Arial"/>
                <a:cs typeface="Arial"/>
                <a:sym typeface="Arial"/>
              </a:rPr>
              <a:t>Local nonprofits</a:t>
            </a:r>
            <a:endParaRPr sz="1300"/>
          </a:p>
          <a:p>
            <a:pPr indent="0" lvl="0" marL="0" marR="0" rtl="0" algn="l">
              <a:spcBef>
                <a:spcPts val="0"/>
              </a:spcBef>
              <a:spcAft>
                <a:spcPts val="0"/>
              </a:spcAft>
              <a:buNone/>
            </a:pPr>
            <a:r>
              <a:rPr b="0" i="0" lang="en-US" sz="1700" u="none" cap="none" strike="noStrike">
                <a:solidFill>
                  <a:srgbClr val="243F29"/>
                </a:solidFill>
                <a:latin typeface="Arial"/>
                <a:ea typeface="Arial"/>
                <a:cs typeface="Arial"/>
                <a:sym typeface="Arial"/>
              </a:rPr>
              <a:t>browse and</a:t>
            </a:r>
            <a:endParaRPr sz="1300"/>
          </a:p>
          <a:p>
            <a:pPr indent="0" lvl="0" marL="0" marR="0" rtl="0" algn="l">
              <a:spcBef>
                <a:spcPts val="0"/>
              </a:spcBef>
              <a:spcAft>
                <a:spcPts val="0"/>
              </a:spcAft>
              <a:buNone/>
            </a:pPr>
            <a:r>
              <a:rPr b="0" i="0" lang="en-US" sz="1700" u="none" cap="none" strike="noStrike">
                <a:solidFill>
                  <a:srgbClr val="243F29"/>
                </a:solidFill>
                <a:latin typeface="Arial"/>
                <a:ea typeface="Arial"/>
                <a:cs typeface="Arial"/>
                <a:sym typeface="Arial"/>
              </a:rPr>
              <a:t>request it.</a:t>
            </a:r>
            <a:endParaRPr sz="1300"/>
          </a:p>
        </p:txBody>
      </p:sp>
      <p:sp>
        <p:nvSpPr>
          <p:cNvPr id="506" name="Google Shape;506;p42"/>
          <p:cNvSpPr/>
          <p:nvPr/>
        </p:nvSpPr>
        <p:spPr>
          <a:xfrm>
            <a:off x="7786163" y="4949744"/>
            <a:ext cx="4019100" cy="15300"/>
          </a:xfrm>
          <a:prstGeom prst="rect">
            <a:avLst/>
          </a:prstGeom>
          <a:solidFill>
            <a:srgbClr val="C9D2B5"/>
          </a:solidFill>
          <a:ln>
            <a:noFill/>
          </a:ln>
          <a:effectLst>
            <a:outerShdw blurRad="40000" rotWithShape="0" dir="5400000" dist="23000">
              <a:srgbClr val="000000">
                <a:alpha val="34902"/>
              </a:srgbClr>
            </a:outerShdw>
          </a:effectLst>
        </p:spPr>
        <p:txBody>
          <a:bodyPr anchorCtr="0" anchor="ctr" bIns="42150" lIns="84325" spcFirstLastPara="1" rIns="84325" wrap="square" tIns="42150">
            <a:noAutofit/>
          </a:bodyPr>
          <a:lstStyle/>
          <a:p>
            <a:pPr indent="0" lvl="0" marL="0" marR="0" rtl="0" algn="ctr">
              <a:spcBef>
                <a:spcPts val="0"/>
              </a:spcBef>
              <a:spcAft>
                <a:spcPts val="0"/>
              </a:spcAft>
              <a:buNone/>
            </a:pPr>
            <a:r>
              <a:t/>
            </a:r>
            <a:endParaRPr b="0" i="0" sz="1700" u="none" cap="none" strike="noStrike">
              <a:solidFill>
                <a:schemeClr val="dk1"/>
              </a:solidFill>
              <a:latin typeface="Calibri"/>
              <a:ea typeface="Calibri"/>
              <a:cs typeface="Calibri"/>
              <a:sym typeface="Calibri"/>
            </a:endParaRPr>
          </a:p>
        </p:txBody>
      </p:sp>
      <p:sp>
        <p:nvSpPr>
          <p:cNvPr id="507" name="Google Shape;507;p42"/>
          <p:cNvSpPr/>
          <p:nvPr/>
        </p:nvSpPr>
        <p:spPr>
          <a:xfrm>
            <a:off x="7794572" y="5272274"/>
            <a:ext cx="479400" cy="483900"/>
          </a:xfrm>
          <a:prstGeom prst="ellipse">
            <a:avLst/>
          </a:prstGeom>
          <a:solidFill>
            <a:srgbClr val="6AA84F"/>
          </a:solidFill>
          <a:ln>
            <a:noFill/>
          </a:ln>
          <a:effectLst>
            <a:outerShdw blurRad="40000" rotWithShape="0" dir="5400000" dist="23000">
              <a:srgbClr val="000000">
                <a:alpha val="34902"/>
              </a:srgbClr>
            </a:outerShdw>
          </a:effectLst>
        </p:spPr>
        <p:txBody>
          <a:bodyPr anchorCtr="0" anchor="ctr" bIns="42150" lIns="84325" spcFirstLastPara="1" rIns="84325" wrap="square" tIns="42150">
            <a:noAutofit/>
          </a:bodyPr>
          <a:lstStyle/>
          <a:p>
            <a:pPr indent="0" lvl="0" marL="0" marR="0" rtl="0" algn="ctr">
              <a:spcBef>
                <a:spcPts val="0"/>
              </a:spcBef>
              <a:spcAft>
                <a:spcPts val="0"/>
              </a:spcAft>
              <a:buNone/>
            </a:pPr>
            <a:r>
              <a:t/>
            </a:r>
            <a:endParaRPr b="0" i="0" sz="1700" u="none" cap="none" strike="noStrike">
              <a:solidFill>
                <a:schemeClr val="dk1"/>
              </a:solidFill>
              <a:latin typeface="Calibri"/>
              <a:ea typeface="Calibri"/>
              <a:cs typeface="Calibri"/>
              <a:sym typeface="Calibri"/>
            </a:endParaRPr>
          </a:p>
        </p:txBody>
      </p:sp>
      <p:sp>
        <p:nvSpPr>
          <p:cNvPr id="508" name="Google Shape;508;p42"/>
          <p:cNvSpPr txBox="1"/>
          <p:nvPr/>
        </p:nvSpPr>
        <p:spPr>
          <a:xfrm>
            <a:off x="7794572" y="5314712"/>
            <a:ext cx="479400" cy="32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FFFFFF"/>
                </a:solidFill>
                <a:latin typeface="Arial"/>
                <a:ea typeface="Arial"/>
                <a:cs typeface="Arial"/>
                <a:sym typeface="Arial"/>
              </a:rPr>
              <a:t>3</a:t>
            </a:r>
            <a:endParaRPr sz="1300"/>
          </a:p>
        </p:txBody>
      </p:sp>
      <p:sp>
        <p:nvSpPr>
          <p:cNvPr id="509" name="Google Shape;509;p42"/>
          <p:cNvSpPr/>
          <p:nvPr/>
        </p:nvSpPr>
        <p:spPr>
          <a:xfrm>
            <a:off x="8374743" y="5085546"/>
            <a:ext cx="983700" cy="993000"/>
          </a:xfrm>
          <a:prstGeom prst="ellipse">
            <a:avLst/>
          </a:prstGeom>
          <a:solidFill>
            <a:srgbClr val="EEF1E5"/>
          </a:solidFill>
          <a:ln>
            <a:noFill/>
          </a:ln>
          <a:effectLst>
            <a:outerShdw blurRad="40000" rotWithShape="0" dir="5400000" dist="23000">
              <a:srgbClr val="000000">
                <a:alpha val="34902"/>
              </a:srgbClr>
            </a:outerShdw>
          </a:effectLst>
        </p:spPr>
        <p:txBody>
          <a:bodyPr anchorCtr="0" anchor="ctr" bIns="42150" lIns="84325" spcFirstLastPara="1" rIns="84325" wrap="square" tIns="42150">
            <a:noAutofit/>
          </a:bodyPr>
          <a:lstStyle/>
          <a:p>
            <a:pPr indent="0" lvl="0" marL="0" marR="0" rtl="0" algn="ctr">
              <a:spcBef>
                <a:spcPts val="0"/>
              </a:spcBef>
              <a:spcAft>
                <a:spcPts val="0"/>
              </a:spcAft>
              <a:buNone/>
            </a:pPr>
            <a:r>
              <a:t/>
            </a:r>
            <a:endParaRPr b="0" i="0" sz="1700" u="none" cap="none" strike="noStrike">
              <a:solidFill>
                <a:schemeClr val="dk1"/>
              </a:solidFill>
              <a:latin typeface="Calibri"/>
              <a:ea typeface="Calibri"/>
              <a:cs typeface="Calibri"/>
              <a:sym typeface="Calibri"/>
            </a:endParaRPr>
          </a:p>
        </p:txBody>
      </p:sp>
      <p:sp>
        <p:nvSpPr>
          <p:cNvPr id="510" name="Google Shape;510;p42"/>
          <p:cNvSpPr txBox="1"/>
          <p:nvPr/>
        </p:nvSpPr>
        <p:spPr>
          <a:xfrm>
            <a:off x="8467234" y="5272274"/>
            <a:ext cx="7989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sz="1300"/>
          </a:p>
        </p:txBody>
      </p:sp>
      <p:sp>
        <p:nvSpPr>
          <p:cNvPr id="511" name="Google Shape;511;p42"/>
          <p:cNvSpPr txBox="1"/>
          <p:nvPr/>
        </p:nvSpPr>
        <p:spPr>
          <a:xfrm>
            <a:off x="9577125" y="5204376"/>
            <a:ext cx="2337600" cy="104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243F29"/>
                </a:solidFill>
                <a:latin typeface="Arial"/>
                <a:ea typeface="Arial"/>
                <a:cs typeface="Arial"/>
                <a:sym typeface="Arial"/>
              </a:rPr>
              <a:t>We coordinate pickup</a:t>
            </a:r>
            <a:endParaRPr sz="1300"/>
          </a:p>
          <a:p>
            <a:pPr indent="0" lvl="0" marL="0" marR="0" rtl="0" algn="l">
              <a:spcBef>
                <a:spcPts val="0"/>
              </a:spcBef>
              <a:spcAft>
                <a:spcPts val="0"/>
              </a:spcAft>
              <a:buNone/>
            </a:pPr>
            <a:r>
              <a:rPr b="0" i="0" lang="en-US" sz="1700" u="none" cap="none" strike="noStrike">
                <a:solidFill>
                  <a:srgbClr val="243F29"/>
                </a:solidFill>
                <a:latin typeface="Arial"/>
                <a:ea typeface="Arial"/>
                <a:cs typeface="Arial"/>
                <a:sym typeface="Arial"/>
              </a:rPr>
              <a:t>or delivery using location,</a:t>
            </a:r>
            <a:endParaRPr sz="1300"/>
          </a:p>
          <a:p>
            <a:pPr indent="0" lvl="0" marL="0" marR="0" rtl="0" algn="l">
              <a:spcBef>
                <a:spcPts val="0"/>
              </a:spcBef>
              <a:spcAft>
                <a:spcPts val="0"/>
              </a:spcAft>
              <a:buNone/>
            </a:pPr>
            <a:r>
              <a:rPr b="0" i="0" lang="en-US" sz="1700" u="none" cap="none" strike="noStrike">
                <a:solidFill>
                  <a:srgbClr val="243F29"/>
                </a:solidFill>
                <a:latin typeface="Arial"/>
                <a:ea typeface="Arial"/>
                <a:cs typeface="Arial"/>
                <a:sym typeface="Arial"/>
              </a:rPr>
              <a:t>quantity, and availability.</a:t>
            </a:r>
            <a:endParaRPr sz="1300"/>
          </a:p>
        </p:txBody>
      </p:sp>
      <p:pic>
        <p:nvPicPr>
          <p:cNvPr id="512" name="Google Shape;512;p42"/>
          <p:cNvPicPr preferRelativeResize="0"/>
          <p:nvPr/>
        </p:nvPicPr>
        <p:blipFill>
          <a:blip r:embed="rId4">
            <a:alphaModFix/>
          </a:blip>
          <a:stretch>
            <a:fillRect/>
          </a:stretch>
        </p:blipFill>
        <p:spPr>
          <a:xfrm>
            <a:off x="8562450" y="2515044"/>
            <a:ext cx="630950" cy="630950"/>
          </a:xfrm>
          <a:prstGeom prst="rect">
            <a:avLst/>
          </a:prstGeom>
          <a:noFill/>
          <a:ln>
            <a:noFill/>
          </a:ln>
        </p:spPr>
      </p:pic>
      <p:pic>
        <p:nvPicPr>
          <p:cNvPr id="513" name="Google Shape;513;p42"/>
          <p:cNvPicPr preferRelativeResize="0"/>
          <p:nvPr/>
        </p:nvPicPr>
        <p:blipFill>
          <a:blip r:embed="rId5">
            <a:alphaModFix/>
          </a:blip>
          <a:stretch>
            <a:fillRect/>
          </a:stretch>
        </p:blipFill>
        <p:spPr>
          <a:xfrm>
            <a:off x="8528023" y="3815857"/>
            <a:ext cx="704100" cy="704100"/>
          </a:xfrm>
          <a:prstGeom prst="rect">
            <a:avLst/>
          </a:prstGeom>
          <a:noFill/>
          <a:ln>
            <a:noFill/>
          </a:ln>
        </p:spPr>
      </p:pic>
      <p:pic>
        <p:nvPicPr>
          <p:cNvPr id="514" name="Google Shape;514;p42"/>
          <p:cNvPicPr preferRelativeResize="0"/>
          <p:nvPr/>
        </p:nvPicPr>
        <p:blipFill>
          <a:blip r:embed="rId6">
            <a:alphaModFix/>
          </a:blip>
          <a:stretch>
            <a:fillRect/>
          </a:stretch>
        </p:blipFill>
        <p:spPr>
          <a:xfrm>
            <a:off x="8493878" y="5202741"/>
            <a:ext cx="768076" cy="7680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7EA"/>
        </a:solidFill>
      </p:bgPr>
    </p:bg>
    <p:spTree>
      <p:nvGrpSpPr>
        <p:cNvPr id="518" name="Shape 518"/>
        <p:cNvGrpSpPr/>
        <p:nvPr/>
      </p:nvGrpSpPr>
      <p:grpSpPr>
        <a:xfrm>
          <a:off x="0" y="0"/>
          <a:ext cx="0" cy="0"/>
          <a:chOff x="0" y="0"/>
          <a:chExt cx="0" cy="0"/>
        </a:xfrm>
      </p:grpSpPr>
      <p:sp>
        <p:nvSpPr>
          <p:cNvPr id="519" name="Google Shape;519;p43"/>
          <p:cNvSpPr txBox="1"/>
          <p:nvPr/>
        </p:nvSpPr>
        <p:spPr>
          <a:xfrm>
            <a:off x="502933" y="246888"/>
            <a:ext cx="11247420" cy="768096"/>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1" i="0" lang="en-US" sz="3800" u="none" cap="none" strike="noStrike">
                <a:solidFill>
                  <a:srgbClr val="183321"/>
                </a:solidFill>
                <a:latin typeface="Arial"/>
                <a:ea typeface="Arial"/>
                <a:cs typeface="Arial"/>
                <a:sym typeface="Arial"/>
              </a:rPr>
              <a:t>Our Users: From Friction to Impact</a:t>
            </a:r>
            <a:endParaRPr/>
          </a:p>
        </p:txBody>
      </p:sp>
      <p:sp>
        <p:nvSpPr>
          <p:cNvPr id="520" name="Google Shape;520;p43"/>
          <p:cNvSpPr/>
          <p:nvPr/>
        </p:nvSpPr>
        <p:spPr>
          <a:xfrm>
            <a:off x="6080922" y="1234440"/>
            <a:ext cx="10972" cy="3931920"/>
          </a:xfrm>
          <a:prstGeom prst="rect">
            <a:avLst/>
          </a:prstGeom>
          <a:solidFill>
            <a:srgbClr val="E2E4D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1" name="Google Shape;521;p43"/>
          <p:cNvSpPr/>
          <p:nvPr/>
        </p:nvSpPr>
        <p:spPr>
          <a:xfrm>
            <a:off x="667530" y="1243584"/>
            <a:ext cx="5056767" cy="539496"/>
          </a:xfrm>
          <a:prstGeom prst="roundRect">
            <a:avLst>
              <a:gd fmla="val 16667" name="adj"/>
            </a:avLst>
          </a:prstGeom>
          <a:solidFill>
            <a:srgbClr val="203D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2" name="Google Shape;522;p43"/>
          <p:cNvSpPr/>
          <p:nvPr/>
        </p:nvSpPr>
        <p:spPr>
          <a:xfrm>
            <a:off x="658386" y="1124712"/>
            <a:ext cx="758972" cy="758952"/>
          </a:xfrm>
          <a:prstGeom prst="ellipse">
            <a:avLst/>
          </a:prstGeom>
          <a:solidFill>
            <a:srgbClr val="355B3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43"/>
          <p:cNvSpPr txBox="1"/>
          <p:nvPr/>
        </p:nvSpPr>
        <p:spPr>
          <a:xfrm>
            <a:off x="731540" y="1170432"/>
            <a:ext cx="603520" cy="594360"/>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0" i="0" lang="en-US" sz="2700" u="none" cap="none" strike="noStrike">
                <a:solidFill>
                  <a:srgbClr val="FFFFFF"/>
                </a:solidFill>
                <a:latin typeface="Arial"/>
                <a:ea typeface="Arial"/>
                <a:cs typeface="Arial"/>
                <a:sym typeface="Arial"/>
              </a:rPr>
              <a:t>♙</a:t>
            </a:r>
            <a:endParaRPr/>
          </a:p>
        </p:txBody>
      </p:sp>
      <p:sp>
        <p:nvSpPr>
          <p:cNvPr id="524" name="Google Shape;524;p43"/>
          <p:cNvSpPr txBox="1"/>
          <p:nvPr/>
        </p:nvSpPr>
        <p:spPr>
          <a:xfrm>
            <a:off x="1581954" y="1271016"/>
            <a:ext cx="3932025" cy="438912"/>
          </a:xfrm>
          <a:prstGeom prst="rect">
            <a:avLst/>
          </a:prstGeom>
          <a:noFill/>
          <a:ln>
            <a:noFill/>
          </a:ln>
        </p:spPr>
        <p:txBody>
          <a:bodyPr anchorCtr="0" anchor="ctr" bIns="0" lIns="18275" spcFirstLastPara="1" rIns="18275" wrap="square" tIns="0">
            <a:spAutoFit/>
          </a:bodyPr>
          <a:lstStyle/>
          <a:p>
            <a:pPr indent="0" lvl="0" marL="0" marR="0" rtl="0" algn="l">
              <a:spcBef>
                <a:spcPts val="0"/>
              </a:spcBef>
              <a:spcAft>
                <a:spcPts val="0"/>
              </a:spcAft>
              <a:buNone/>
            </a:pPr>
            <a:r>
              <a:rPr b="1" i="0" lang="en-US" sz="2000" u="none" cap="none" strike="noStrike">
                <a:solidFill>
                  <a:srgbClr val="FFFFFF"/>
                </a:solidFill>
                <a:latin typeface="Arial"/>
                <a:ea typeface="Arial"/>
                <a:cs typeface="Arial"/>
                <a:sym typeface="Arial"/>
              </a:rPr>
              <a:t>DONOR JOURNEY</a:t>
            </a:r>
            <a:endParaRPr/>
          </a:p>
        </p:txBody>
      </p:sp>
      <p:sp>
        <p:nvSpPr>
          <p:cNvPr id="525" name="Google Shape;525;p43"/>
          <p:cNvSpPr/>
          <p:nvPr/>
        </p:nvSpPr>
        <p:spPr>
          <a:xfrm>
            <a:off x="6437548" y="1243584"/>
            <a:ext cx="5056767" cy="539496"/>
          </a:xfrm>
          <a:prstGeom prst="roundRect">
            <a:avLst>
              <a:gd fmla="val 16667" name="adj"/>
            </a:avLst>
          </a:prstGeom>
          <a:solidFill>
            <a:srgbClr val="203D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6" name="Google Shape;526;p43"/>
          <p:cNvSpPr/>
          <p:nvPr/>
        </p:nvSpPr>
        <p:spPr>
          <a:xfrm>
            <a:off x="6428403" y="1124712"/>
            <a:ext cx="758972" cy="758952"/>
          </a:xfrm>
          <a:prstGeom prst="ellipse">
            <a:avLst/>
          </a:prstGeom>
          <a:solidFill>
            <a:srgbClr val="355B3D"/>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7" name="Google Shape;527;p43"/>
          <p:cNvSpPr txBox="1"/>
          <p:nvPr/>
        </p:nvSpPr>
        <p:spPr>
          <a:xfrm>
            <a:off x="6501557" y="1170432"/>
            <a:ext cx="603520" cy="594360"/>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0" i="0" lang="en-US" sz="2700" u="none" cap="none" strike="noStrike">
                <a:solidFill>
                  <a:srgbClr val="FFFFFF"/>
                </a:solidFill>
                <a:latin typeface="Arial"/>
                <a:ea typeface="Arial"/>
                <a:cs typeface="Arial"/>
                <a:sym typeface="Arial"/>
              </a:rPr>
              <a:t>♧</a:t>
            </a:r>
            <a:endParaRPr/>
          </a:p>
        </p:txBody>
      </p:sp>
      <p:sp>
        <p:nvSpPr>
          <p:cNvPr id="528" name="Google Shape;528;p43"/>
          <p:cNvSpPr txBox="1"/>
          <p:nvPr/>
        </p:nvSpPr>
        <p:spPr>
          <a:xfrm>
            <a:off x="7351971" y="1271016"/>
            <a:ext cx="3932025" cy="438912"/>
          </a:xfrm>
          <a:prstGeom prst="rect">
            <a:avLst/>
          </a:prstGeom>
          <a:noFill/>
          <a:ln>
            <a:noFill/>
          </a:ln>
        </p:spPr>
        <p:txBody>
          <a:bodyPr anchorCtr="0" anchor="ctr" bIns="0" lIns="18275" spcFirstLastPara="1" rIns="18275" wrap="square" tIns="0">
            <a:spAutoFit/>
          </a:bodyPr>
          <a:lstStyle/>
          <a:p>
            <a:pPr indent="0" lvl="0" marL="0" marR="0" rtl="0" algn="l">
              <a:spcBef>
                <a:spcPts val="0"/>
              </a:spcBef>
              <a:spcAft>
                <a:spcPts val="0"/>
              </a:spcAft>
              <a:buNone/>
            </a:pPr>
            <a:r>
              <a:rPr b="1" i="0" lang="en-US" sz="2000" u="none" cap="none" strike="noStrike">
                <a:solidFill>
                  <a:srgbClr val="FFFFFF"/>
                </a:solidFill>
                <a:latin typeface="Arial"/>
                <a:ea typeface="Arial"/>
                <a:cs typeface="Arial"/>
                <a:sym typeface="Arial"/>
              </a:rPr>
              <a:t>RECIPIENT JOURNEY</a:t>
            </a:r>
            <a:endParaRPr/>
          </a:p>
        </p:txBody>
      </p:sp>
      <p:sp>
        <p:nvSpPr>
          <p:cNvPr id="529" name="Google Shape;529;p43"/>
          <p:cNvSpPr/>
          <p:nvPr/>
        </p:nvSpPr>
        <p:spPr>
          <a:xfrm>
            <a:off x="640097" y="2057400"/>
            <a:ext cx="987578" cy="987552"/>
          </a:xfrm>
          <a:prstGeom prst="ellipse">
            <a:avLst/>
          </a:prstGeom>
          <a:solidFill>
            <a:srgbClr val="E7EED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0" name="Google Shape;530;p43"/>
          <p:cNvSpPr txBox="1"/>
          <p:nvPr/>
        </p:nvSpPr>
        <p:spPr>
          <a:xfrm>
            <a:off x="758972" y="2167128"/>
            <a:ext cx="749700" cy="215400"/>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t/>
            </a:r>
            <a:endParaRPr/>
          </a:p>
        </p:txBody>
      </p:sp>
      <p:sp>
        <p:nvSpPr>
          <p:cNvPr id="531" name="Google Shape;531;p43"/>
          <p:cNvSpPr txBox="1"/>
          <p:nvPr/>
        </p:nvSpPr>
        <p:spPr>
          <a:xfrm>
            <a:off x="484644" y="3182112"/>
            <a:ext cx="1307627" cy="612648"/>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0" i="0" lang="en-US" sz="1600" u="none" cap="none" strike="noStrike">
                <a:solidFill>
                  <a:srgbClr val="183321"/>
                </a:solidFill>
                <a:latin typeface="Arial"/>
                <a:ea typeface="Arial"/>
                <a:cs typeface="Arial"/>
                <a:sym typeface="Arial"/>
              </a:rPr>
              <a:t>Event ends</a:t>
            </a:r>
            <a:endParaRPr/>
          </a:p>
        </p:txBody>
      </p:sp>
      <p:sp>
        <p:nvSpPr>
          <p:cNvPr id="532" name="Google Shape;532;p43"/>
          <p:cNvSpPr txBox="1"/>
          <p:nvPr/>
        </p:nvSpPr>
        <p:spPr>
          <a:xfrm>
            <a:off x="1645964" y="2331720"/>
            <a:ext cx="384058" cy="365760"/>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1" i="0" lang="en-US" sz="2300" u="none" cap="none" strike="noStrike">
                <a:solidFill>
                  <a:srgbClr val="96B389"/>
                </a:solidFill>
                <a:latin typeface="Arial"/>
                <a:ea typeface="Arial"/>
                <a:cs typeface="Arial"/>
                <a:sym typeface="Arial"/>
              </a:rPr>
              <a:t>➜</a:t>
            </a:r>
            <a:endParaRPr/>
          </a:p>
        </p:txBody>
      </p:sp>
      <p:sp>
        <p:nvSpPr>
          <p:cNvPr id="533" name="Google Shape;533;p43"/>
          <p:cNvSpPr/>
          <p:nvPr/>
        </p:nvSpPr>
        <p:spPr>
          <a:xfrm>
            <a:off x="2048311" y="2057400"/>
            <a:ext cx="987578" cy="987552"/>
          </a:xfrm>
          <a:prstGeom prst="ellipse">
            <a:avLst/>
          </a:prstGeom>
          <a:solidFill>
            <a:srgbClr val="E7EED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4" name="Google Shape;534;p43"/>
          <p:cNvSpPr txBox="1"/>
          <p:nvPr/>
        </p:nvSpPr>
        <p:spPr>
          <a:xfrm>
            <a:off x="2167186" y="2167128"/>
            <a:ext cx="749700" cy="215400"/>
          </a:xfrm>
          <a:prstGeom prst="rect">
            <a:avLst/>
          </a:prstGeom>
          <a:noFill/>
          <a:ln>
            <a:noFill/>
          </a:ln>
        </p:spPr>
        <p:txBody>
          <a:bodyPr anchorCtr="0" anchor="ctr" bIns="0" lIns="18275" spcFirstLastPara="1" rIns="18275" wrap="square" tIns="0">
            <a:spAutoFit/>
          </a:bodyPr>
          <a:lstStyle/>
          <a:p>
            <a:pPr indent="0" lvl="0" marL="0" marR="0" rtl="0" algn="l">
              <a:spcBef>
                <a:spcPts val="0"/>
              </a:spcBef>
              <a:spcAft>
                <a:spcPts val="0"/>
              </a:spcAft>
              <a:buNone/>
            </a:pPr>
            <a:r>
              <a:t/>
            </a:r>
            <a:endParaRPr/>
          </a:p>
        </p:txBody>
      </p:sp>
      <p:sp>
        <p:nvSpPr>
          <p:cNvPr id="535" name="Google Shape;535;p43"/>
          <p:cNvSpPr txBox="1"/>
          <p:nvPr/>
        </p:nvSpPr>
        <p:spPr>
          <a:xfrm>
            <a:off x="1892858" y="3182112"/>
            <a:ext cx="1307627" cy="612648"/>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0" i="0" lang="en-US" sz="1600" u="none" cap="none" strike="noStrike">
                <a:solidFill>
                  <a:srgbClr val="183321"/>
                </a:solidFill>
                <a:latin typeface="Arial"/>
                <a:ea typeface="Arial"/>
                <a:cs typeface="Arial"/>
                <a:sym typeface="Arial"/>
              </a:rPr>
              <a:t>Surplus</a:t>
            </a:r>
            <a:endParaRPr/>
          </a:p>
          <a:p>
            <a:pPr indent="0" lvl="0" marL="0" marR="0" rtl="0" algn="ctr">
              <a:spcBef>
                <a:spcPts val="0"/>
              </a:spcBef>
              <a:spcAft>
                <a:spcPts val="0"/>
              </a:spcAft>
              <a:buNone/>
            </a:pPr>
            <a:r>
              <a:rPr b="0" i="0" lang="en-US" sz="1600" u="none" cap="none" strike="noStrike">
                <a:solidFill>
                  <a:srgbClr val="183321"/>
                </a:solidFill>
                <a:latin typeface="Arial"/>
                <a:ea typeface="Arial"/>
                <a:cs typeface="Arial"/>
                <a:sym typeface="Arial"/>
              </a:rPr>
              <a:t>remains</a:t>
            </a:r>
            <a:endParaRPr/>
          </a:p>
        </p:txBody>
      </p:sp>
      <p:sp>
        <p:nvSpPr>
          <p:cNvPr id="536" name="Google Shape;536;p43"/>
          <p:cNvSpPr txBox="1"/>
          <p:nvPr/>
        </p:nvSpPr>
        <p:spPr>
          <a:xfrm>
            <a:off x="3054177" y="2331720"/>
            <a:ext cx="384058" cy="365760"/>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1" i="0" lang="en-US" sz="2300" u="none" cap="none" strike="noStrike">
                <a:solidFill>
                  <a:srgbClr val="96B389"/>
                </a:solidFill>
                <a:latin typeface="Arial"/>
                <a:ea typeface="Arial"/>
                <a:cs typeface="Arial"/>
                <a:sym typeface="Arial"/>
              </a:rPr>
              <a:t>➜</a:t>
            </a:r>
            <a:endParaRPr/>
          </a:p>
        </p:txBody>
      </p:sp>
      <p:sp>
        <p:nvSpPr>
          <p:cNvPr id="537" name="Google Shape;537;p43"/>
          <p:cNvSpPr/>
          <p:nvPr/>
        </p:nvSpPr>
        <p:spPr>
          <a:xfrm>
            <a:off x="3456524" y="2057400"/>
            <a:ext cx="987578" cy="987552"/>
          </a:xfrm>
          <a:prstGeom prst="ellipse">
            <a:avLst/>
          </a:prstGeom>
          <a:solidFill>
            <a:srgbClr val="E7EED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8" name="Google Shape;538;p43"/>
          <p:cNvSpPr txBox="1"/>
          <p:nvPr/>
        </p:nvSpPr>
        <p:spPr>
          <a:xfrm>
            <a:off x="3575399" y="2167128"/>
            <a:ext cx="749828" cy="704088"/>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0" i="0" lang="en-US" sz="3700" u="none" cap="none" strike="noStrike">
                <a:solidFill>
                  <a:srgbClr val="203D29"/>
                </a:solidFill>
                <a:latin typeface="Quattrocento Sans"/>
                <a:ea typeface="Quattrocento Sans"/>
                <a:cs typeface="Quattrocento Sans"/>
                <a:sym typeface="Quattrocento Sans"/>
              </a:rPr>
              <a:t>?</a:t>
            </a:r>
            <a:endParaRPr/>
          </a:p>
        </p:txBody>
      </p:sp>
      <p:sp>
        <p:nvSpPr>
          <p:cNvPr id="539" name="Google Shape;539;p43"/>
          <p:cNvSpPr txBox="1"/>
          <p:nvPr/>
        </p:nvSpPr>
        <p:spPr>
          <a:xfrm>
            <a:off x="3301072" y="3182112"/>
            <a:ext cx="1307627" cy="612648"/>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0" i="0" lang="en-US" sz="1600" u="none" cap="none" strike="noStrike">
                <a:solidFill>
                  <a:srgbClr val="183321"/>
                </a:solidFill>
                <a:latin typeface="Arial"/>
                <a:ea typeface="Arial"/>
                <a:cs typeface="Arial"/>
                <a:sym typeface="Arial"/>
              </a:rPr>
              <a:t>No easy</a:t>
            </a:r>
            <a:endParaRPr/>
          </a:p>
          <a:p>
            <a:pPr indent="0" lvl="0" marL="0" marR="0" rtl="0" algn="ctr">
              <a:spcBef>
                <a:spcPts val="0"/>
              </a:spcBef>
              <a:spcAft>
                <a:spcPts val="0"/>
              </a:spcAft>
              <a:buNone/>
            </a:pPr>
            <a:r>
              <a:rPr b="0" i="0" lang="en-US" sz="1600" u="none" cap="none" strike="noStrike">
                <a:solidFill>
                  <a:srgbClr val="183321"/>
                </a:solidFill>
                <a:latin typeface="Arial"/>
                <a:ea typeface="Arial"/>
                <a:cs typeface="Arial"/>
                <a:sym typeface="Arial"/>
              </a:rPr>
              <a:t>donation path</a:t>
            </a:r>
            <a:endParaRPr/>
          </a:p>
        </p:txBody>
      </p:sp>
      <p:sp>
        <p:nvSpPr>
          <p:cNvPr id="540" name="Google Shape;540;p43"/>
          <p:cNvSpPr txBox="1"/>
          <p:nvPr/>
        </p:nvSpPr>
        <p:spPr>
          <a:xfrm>
            <a:off x="4462391" y="2331720"/>
            <a:ext cx="384058" cy="365760"/>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1" i="0" lang="en-US" sz="2300" u="none" cap="none" strike="noStrike">
                <a:solidFill>
                  <a:srgbClr val="96B389"/>
                </a:solidFill>
                <a:latin typeface="Arial"/>
                <a:ea typeface="Arial"/>
                <a:cs typeface="Arial"/>
                <a:sym typeface="Arial"/>
              </a:rPr>
              <a:t>➜</a:t>
            </a:r>
            <a:endParaRPr/>
          </a:p>
        </p:txBody>
      </p:sp>
      <p:sp>
        <p:nvSpPr>
          <p:cNvPr id="541" name="Google Shape;541;p43"/>
          <p:cNvSpPr/>
          <p:nvPr/>
        </p:nvSpPr>
        <p:spPr>
          <a:xfrm>
            <a:off x="4864738" y="2057400"/>
            <a:ext cx="987578" cy="987552"/>
          </a:xfrm>
          <a:prstGeom prst="ellipse">
            <a:avLst/>
          </a:prstGeom>
          <a:solidFill>
            <a:srgbClr val="E7EED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2" name="Google Shape;542;p43"/>
          <p:cNvSpPr txBox="1"/>
          <p:nvPr/>
        </p:nvSpPr>
        <p:spPr>
          <a:xfrm>
            <a:off x="4983613" y="2167128"/>
            <a:ext cx="749700" cy="215400"/>
          </a:xfrm>
          <a:prstGeom prst="rect">
            <a:avLst/>
          </a:prstGeom>
          <a:noFill/>
          <a:ln>
            <a:noFill/>
          </a:ln>
        </p:spPr>
        <p:txBody>
          <a:bodyPr anchorCtr="0" anchor="ctr" bIns="0" lIns="18275" spcFirstLastPara="1" rIns="18275" wrap="square" tIns="0">
            <a:spAutoFit/>
          </a:bodyPr>
          <a:lstStyle/>
          <a:p>
            <a:pPr indent="0" lvl="0" marL="0" marR="0" rtl="0" algn="l">
              <a:spcBef>
                <a:spcPts val="0"/>
              </a:spcBef>
              <a:spcAft>
                <a:spcPts val="0"/>
              </a:spcAft>
              <a:buNone/>
            </a:pPr>
            <a:r>
              <a:t/>
            </a:r>
            <a:endParaRPr/>
          </a:p>
        </p:txBody>
      </p:sp>
      <p:sp>
        <p:nvSpPr>
          <p:cNvPr id="543" name="Google Shape;543;p43"/>
          <p:cNvSpPr txBox="1"/>
          <p:nvPr/>
        </p:nvSpPr>
        <p:spPr>
          <a:xfrm>
            <a:off x="4709286" y="3182112"/>
            <a:ext cx="1307627" cy="612648"/>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0" i="0" lang="en-US" sz="1600" u="none" cap="none" strike="noStrike">
                <a:solidFill>
                  <a:srgbClr val="183321"/>
                </a:solidFill>
                <a:latin typeface="Arial"/>
                <a:ea typeface="Arial"/>
                <a:cs typeface="Arial"/>
                <a:sym typeface="Arial"/>
              </a:rPr>
              <a:t>Food may</a:t>
            </a:r>
            <a:endParaRPr/>
          </a:p>
          <a:p>
            <a:pPr indent="0" lvl="0" marL="0" marR="0" rtl="0" algn="ctr">
              <a:spcBef>
                <a:spcPts val="0"/>
              </a:spcBef>
              <a:spcAft>
                <a:spcPts val="0"/>
              </a:spcAft>
              <a:buNone/>
            </a:pPr>
            <a:r>
              <a:rPr b="0" i="0" lang="en-US" sz="1600" u="none" cap="none" strike="noStrike">
                <a:solidFill>
                  <a:srgbClr val="183321"/>
                </a:solidFill>
                <a:latin typeface="Arial"/>
                <a:ea typeface="Arial"/>
                <a:cs typeface="Arial"/>
                <a:sym typeface="Arial"/>
              </a:rPr>
              <a:t>be wasted</a:t>
            </a:r>
            <a:endParaRPr/>
          </a:p>
        </p:txBody>
      </p:sp>
      <p:sp>
        <p:nvSpPr>
          <p:cNvPr id="544" name="Google Shape;544;p43"/>
          <p:cNvSpPr/>
          <p:nvPr/>
        </p:nvSpPr>
        <p:spPr>
          <a:xfrm>
            <a:off x="6419259" y="2057400"/>
            <a:ext cx="987578" cy="987552"/>
          </a:xfrm>
          <a:prstGeom prst="ellipse">
            <a:avLst/>
          </a:prstGeom>
          <a:solidFill>
            <a:srgbClr val="E7EED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5" name="Google Shape;545;p43"/>
          <p:cNvSpPr txBox="1"/>
          <p:nvPr/>
        </p:nvSpPr>
        <p:spPr>
          <a:xfrm>
            <a:off x="6263807" y="3182112"/>
            <a:ext cx="1307627" cy="612648"/>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0" i="0" lang="en-US" sz="1600" u="none" cap="none" strike="noStrike">
                <a:solidFill>
                  <a:srgbClr val="183321"/>
                </a:solidFill>
                <a:latin typeface="Arial"/>
                <a:ea typeface="Arial"/>
                <a:cs typeface="Arial"/>
                <a:sym typeface="Arial"/>
              </a:rPr>
              <a:t>Community</a:t>
            </a:r>
            <a:endParaRPr/>
          </a:p>
          <a:p>
            <a:pPr indent="0" lvl="0" marL="0" marR="0" rtl="0" algn="ctr">
              <a:spcBef>
                <a:spcPts val="0"/>
              </a:spcBef>
              <a:spcAft>
                <a:spcPts val="0"/>
              </a:spcAft>
              <a:buNone/>
            </a:pPr>
            <a:r>
              <a:rPr b="0" i="0" lang="en-US" sz="1600" u="none" cap="none" strike="noStrike">
                <a:solidFill>
                  <a:srgbClr val="183321"/>
                </a:solidFill>
                <a:latin typeface="Arial"/>
                <a:ea typeface="Arial"/>
                <a:cs typeface="Arial"/>
                <a:sym typeface="Arial"/>
              </a:rPr>
              <a:t>need arises</a:t>
            </a:r>
            <a:endParaRPr/>
          </a:p>
        </p:txBody>
      </p:sp>
      <p:sp>
        <p:nvSpPr>
          <p:cNvPr id="546" name="Google Shape;546;p43"/>
          <p:cNvSpPr txBox="1"/>
          <p:nvPr/>
        </p:nvSpPr>
        <p:spPr>
          <a:xfrm>
            <a:off x="7425125" y="2331720"/>
            <a:ext cx="384058" cy="365760"/>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1" i="0" lang="en-US" sz="2300" u="none" cap="none" strike="noStrike">
                <a:solidFill>
                  <a:srgbClr val="96B389"/>
                </a:solidFill>
                <a:latin typeface="Arial"/>
                <a:ea typeface="Arial"/>
                <a:cs typeface="Arial"/>
                <a:sym typeface="Arial"/>
              </a:rPr>
              <a:t>➜</a:t>
            </a:r>
            <a:endParaRPr/>
          </a:p>
        </p:txBody>
      </p:sp>
      <p:sp>
        <p:nvSpPr>
          <p:cNvPr id="547" name="Google Shape;547;p43"/>
          <p:cNvSpPr/>
          <p:nvPr/>
        </p:nvSpPr>
        <p:spPr>
          <a:xfrm>
            <a:off x="7827472" y="2057400"/>
            <a:ext cx="987578" cy="987552"/>
          </a:xfrm>
          <a:prstGeom prst="ellipse">
            <a:avLst/>
          </a:prstGeom>
          <a:solidFill>
            <a:srgbClr val="E7EED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48" name="Google Shape;548;p43"/>
          <p:cNvSpPr txBox="1"/>
          <p:nvPr/>
        </p:nvSpPr>
        <p:spPr>
          <a:xfrm>
            <a:off x="7751343" y="1976623"/>
            <a:ext cx="1124700" cy="1046700"/>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0" i="0" lang="en-US" sz="6800" u="none" cap="none" strike="noStrike">
                <a:solidFill>
                  <a:srgbClr val="203D29"/>
                </a:solidFill>
                <a:latin typeface="Quattrocento Sans"/>
                <a:ea typeface="Quattrocento Sans"/>
                <a:cs typeface="Quattrocento Sans"/>
                <a:sym typeface="Quattrocento Sans"/>
              </a:rPr>
              <a:t>⌕</a:t>
            </a:r>
            <a:endParaRPr sz="4500"/>
          </a:p>
        </p:txBody>
      </p:sp>
      <p:sp>
        <p:nvSpPr>
          <p:cNvPr id="549" name="Google Shape;549;p43"/>
          <p:cNvSpPr txBox="1"/>
          <p:nvPr/>
        </p:nvSpPr>
        <p:spPr>
          <a:xfrm>
            <a:off x="7672020" y="3182112"/>
            <a:ext cx="1307627" cy="612648"/>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0" i="0" lang="en-US" sz="1600" u="none" cap="none" strike="noStrike">
                <a:solidFill>
                  <a:srgbClr val="183321"/>
                </a:solidFill>
                <a:latin typeface="Arial"/>
                <a:ea typeface="Arial"/>
                <a:cs typeface="Arial"/>
                <a:sym typeface="Arial"/>
              </a:rPr>
              <a:t>Search for</a:t>
            </a:r>
            <a:endParaRPr/>
          </a:p>
          <a:p>
            <a:pPr indent="0" lvl="0" marL="0" marR="0" rtl="0" algn="ctr">
              <a:spcBef>
                <a:spcPts val="0"/>
              </a:spcBef>
              <a:spcAft>
                <a:spcPts val="0"/>
              </a:spcAft>
              <a:buNone/>
            </a:pPr>
            <a:r>
              <a:rPr b="0" i="0" lang="en-US" sz="1600" u="none" cap="none" strike="noStrike">
                <a:solidFill>
                  <a:srgbClr val="183321"/>
                </a:solidFill>
                <a:latin typeface="Arial"/>
                <a:ea typeface="Arial"/>
                <a:cs typeface="Arial"/>
                <a:sym typeface="Arial"/>
              </a:rPr>
              <a:t>reliable food</a:t>
            </a:r>
            <a:endParaRPr/>
          </a:p>
        </p:txBody>
      </p:sp>
      <p:sp>
        <p:nvSpPr>
          <p:cNvPr id="550" name="Google Shape;550;p43"/>
          <p:cNvSpPr txBox="1"/>
          <p:nvPr/>
        </p:nvSpPr>
        <p:spPr>
          <a:xfrm>
            <a:off x="8833338" y="2331720"/>
            <a:ext cx="384058" cy="365760"/>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1" i="0" lang="en-US" sz="2300" u="none" cap="none" strike="noStrike">
                <a:solidFill>
                  <a:srgbClr val="96B389"/>
                </a:solidFill>
                <a:latin typeface="Arial"/>
                <a:ea typeface="Arial"/>
                <a:cs typeface="Arial"/>
                <a:sym typeface="Arial"/>
              </a:rPr>
              <a:t>➜</a:t>
            </a:r>
            <a:endParaRPr/>
          </a:p>
        </p:txBody>
      </p:sp>
      <p:sp>
        <p:nvSpPr>
          <p:cNvPr id="551" name="Google Shape;551;p43"/>
          <p:cNvSpPr/>
          <p:nvPr/>
        </p:nvSpPr>
        <p:spPr>
          <a:xfrm>
            <a:off x="9235686" y="2057400"/>
            <a:ext cx="987578" cy="987552"/>
          </a:xfrm>
          <a:prstGeom prst="ellipse">
            <a:avLst/>
          </a:prstGeom>
          <a:solidFill>
            <a:srgbClr val="E7EED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2" name="Google Shape;552;p43"/>
          <p:cNvSpPr txBox="1"/>
          <p:nvPr/>
        </p:nvSpPr>
        <p:spPr>
          <a:xfrm>
            <a:off x="9080234" y="3182112"/>
            <a:ext cx="1307627" cy="612648"/>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0" i="0" lang="en-US" sz="1600" u="none" cap="none" strike="noStrike">
                <a:solidFill>
                  <a:srgbClr val="183321"/>
                </a:solidFill>
                <a:latin typeface="Arial"/>
                <a:ea typeface="Arial"/>
                <a:cs typeface="Arial"/>
                <a:sym typeface="Arial"/>
              </a:rPr>
              <a:t>Coordinate</a:t>
            </a:r>
            <a:endParaRPr/>
          </a:p>
          <a:p>
            <a:pPr indent="0" lvl="0" marL="0" marR="0" rtl="0" algn="ctr">
              <a:spcBef>
                <a:spcPts val="0"/>
              </a:spcBef>
              <a:spcAft>
                <a:spcPts val="0"/>
              </a:spcAft>
              <a:buNone/>
            </a:pPr>
            <a:r>
              <a:rPr b="0" i="0" lang="en-US" sz="1600" u="none" cap="none" strike="noStrike">
                <a:solidFill>
                  <a:srgbClr val="183321"/>
                </a:solidFill>
                <a:latin typeface="Arial"/>
                <a:ea typeface="Arial"/>
                <a:cs typeface="Arial"/>
                <a:sym typeface="Arial"/>
              </a:rPr>
              <a:t>pickup</a:t>
            </a:r>
            <a:endParaRPr/>
          </a:p>
        </p:txBody>
      </p:sp>
      <p:sp>
        <p:nvSpPr>
          <p:cNvPr id="553" name="Google Shape;553;p43"/>
          <p:cNvSpPr txBox="1"/>
          <p:nvPr/>
        </p:nvSpPr>
        <p:spPr>
          <a:xfrm>
            <a:off x="10241553" y="2331720"/>
            <a:ext cx="384058" cy="365760"/>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1" i="0" lang="en-US" sz="2300" u="none" cap="none" strike="noStrike">
                <a:solidFill>
                  <a:srgbClr val="96B389"/>
                </a:solidFill>
                <a:latin typeface="Arial"/>
                <a:ea typeface="Arial"/>
                <a:cs typeface="Arial"/>
                <a:sym typeface="Arial"/>
              </a:rPr>
              <a:t>➜</a:t>
            </a:r>
            <a:endParaRPr/>
          </a:p>
        </p:txBody>
      </p:sp>
      <p:sp>
        <p:nvSpPr>
          <p:cNvPr id="554" name="Google Shape;554;p43"/>
          <p:cNvSpPr/>
          <p:nvPr/>
        </p:nvSpPr>
        <p:spPr>
          <a:xfrm>
            <a:off x="10643900" y="2057400"/>
            <a:ext cx="987578" cy="987552"/>
          </a:xfrm>
          <a:prstGeom prst="ellipse">
            <a:avLst/>
          </a:prstGeom>
          <a:solidFill>
            <a:srgbClr val="E7EED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5" name="Google Shape;555;p43"/>
          <p:cNvSpPr txBox="1"/>
          <p:nvPr/>
        </p:nvSpPr>
        <p:spPr>
          <a:xfrm>
            <a:off x="10762775" y="2167128"/>
            <a:ext cx="749700" cy="215400"/>
          </a:xfrm>
          <a:prstGeom prst="rect">
            <a:avLst/>
          </a:prstGeom>
          <a:noFill/>
          <a:ln>
            <a:noFill/>
          </a:ln>
        </p:spPr>
        <p:txBody>
          <a:bodyPr anchorCtr="0" anchor="ctr" bIns="0" lIns="18275" spcFirstLastPara="1" rIns="18275" wrap="square" tIns="0">
            <a:spAutoFit/>
          </a:bodyPr>
          <a:lstStyle/>
          <a:p>
            <a:pPr indent="0" lvl="0" marL="0" marR="0" rtl="0" algn="l">
              <a:spcBef>
                <a:spcPts val="0"/>
              </a:spcBef>
              <a:spcAft>
                <a:spcPts val="0"/>
              </a:spcAft>
              <a:buNone/>
            </a:pPr>
            <a:r>
              <a:t/>
            </a:r>
            <a:endParaRPr/>
          </a:p>
        </p:txBody>
      </p:sp>
      <p:sp>
        <p:nvSpPr>
          <p:cNvPr id="556" name="Google Shape;556;p43"/>
          <p:cNvSpPr txBox="1"/>
          <p:nvPr/>
        </p:nvSpPr>
        <p:spPr>
          <a:xfrm>
            <a:off x="10488448" y="3182112"/>
            <a:ext cx="1307627" cy="612648"/>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0" i="0" lang="en-US" sz="1600" u="none" cap="none" strike="noStrike">
                <a:solidFill>
                  <a:srgbClr val="183321"/>
                </a:solidFill>
                <a:latin typeface="Arial"/>
                <a:ea typeface="Arial"/>
                <a:cs typeface="Arial"/>
                <a:sym typeface="Arial"/>
              </a:rPr>
              <a:t>Serve more</a:t>
            </a:r>
            <a:endParaRPr/>
          </a:p>
          <a:p>
            <a:pPr indent="0" lvl="0" marL="0" marR="0" rtl="0" algn="ctr">
              <a:spcBef>
                <a:spcPts val="0"/>
              </a:spcBef>
              <a:spcAft>
                <a:spcPts val="0"/>
              </a:spcAft>
              <a:buNone/>
            </a:pPr>
            <a:r>
              <a:rPr b="0" i="0" lang="en-US" sz="1600" u="none" cap="none" strike="noStrike">
                <a:solidFill>
                  <a:srgbClr val="183321"/>
                </a:solidFill>
                <a:latin typeface="Arial"/>
                <a:ea typeface="Arial"/>
                <a:cs typeface="Arial"/>
                <a:sym typeface="Arial"/>
              </a:rPr>
              <a:t>people</a:t>
            </a:r>
            <a:endParaRPr/>
          </a:p>
        </p:txBody>
      </p:sp>
      <p:sp>
        <p:nvSpPr>
          <p:cNvPr id="557" name="Google Shape;557;p43"/>
          <p:cNvSpPr/>
          <p:nvPr/>
        </p:nvSpPr>
        <p:spPr>
          <a:xfrm>
            <a:off x="640097" y="4096512"/>
            <a:ext cx="5120777" cy="1042415"/>
          </a:xfrm>
          <a:prstGeom prst="roundRect">
            <a:avLst>
              <a:gd fmla="val 16667" name="adj"/>
            </a:avLst>
          </a:prstGeom>
          <a:solidFill>
            <a:srgbClr val="F8EBE7"/>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8" name="Google Shape;558;p43"/>
          <p:cNvSpPr/>
          <p:nvPr/>
        </p:nvSpPr>
        <p:spPr>
          <a:xfrm>
            <a:off x="850415" y="4325112"/>
            <a:ext cx="512078" cy="512064"/>
          </a:xfrm>
          <a:prstGeom prst="ellipse">
            <a:avLst/>
          </a:prstGeom>
          <a:solidFill>
            <a:srgbClr val="D65D4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59" name="Google Shape;559;p43"/>
          <p:cNvSpPr txBox="1"/>
          <p:nvPr/>
        </p:nvSpPr>
        <p:spPr>
          <a:xfrm>
            <a:off x="850415" y="4325112"/>
            <a:ext cx="512078" cy="493776"/>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1" i="0" lang="en-US" sz="2900" u="none" cap="none" strike="noStrike">
                <a:solidFill>
                  <a:srgbClr val="FFFFFF"/>
                </a:solidFill>
                <a:latin typeface="Arial"/>
                <a:ea typeface="Arial"/>
                <a:cs typeface="Arial"/>
                <a:sym typeface="Arial"/>
              </a:rPr>
              <a:t>!</a:t>
            </a:r>
            <a:endParaRPr/>
          </a:p>
        </p:txBody>
      </p:sp>
      <p:sp>
        <p:nvSpPr>
          <p:cNvPr id="560" name="Google Shape;560;p43"/>
          <p:cNvSpPr txBox="1"/>
          <p:nvPr/>
        </p:nvSpPr>
        <p:spPr>
          <a:xfrm>
            <a:off x="1554521" y="4224528"/>
            <a:ext cx="3840582" cy="292608"/>
          </a:xfrm>
          <a:prstGeom prst="rect">
            <a:avLst/>
          </a:prstGeom>
          <a:noFill/>
          <a:ln>
            <a:noFill/>
          </a:ln>
        </p:spPr>
        <p:txBody>
          <a:bodyPr anchorCtr="0" anchor="ctr" bIns="0" lIns="18275" spcFirstLastPara="1" rIns="18275" wrap="square" tIns="0">
            <a:spAutoFit/>
          </a:bodyPr>
          <a:lstStyle/>
          <a:p>
            <a:pPr indent="0" lvl="0" marL="0" marR="0" rtl="0" algn="l">
              <a:spcBef>
                <a:spcPts val="0"/>
              </a:spcBef>
              <a:spcAft>
                <a:spcPts val="0"/>
              </a:spcAft>
              <a:buNone/>
            </a:pPr>
            <a:r>
              <a:rPr b="1" i="0" lang="en-US" sz="1700" u="none" cap="none" strike="noStrike">
                <a:solidFill>
                  <a:srgbClr val="D65D46"/>
                </a:solidFill>
                <a:latin typeface="Arial"/>
                <a:ea typeface="Arial"/>
                <a:cs typeface="Arial"/>
                <a:sym typeface="Arial"/>
              </a:rPr>
              <a:t>PAIN POINT</a:t>
            </a:r>
            <a:endParaRPr/>
          </a:p>
        </p:txBody>
      </p:sp>
      <p:sp>
        <p:nvSpPr>
          <p:cNvPr id="561" name="Google Shape;561;p43"/>
          <p:cNvSpPr txBox="1"/>
          <p:nvPr/>
        </p:nvSpPr>
        <p:spPr>
          <a:xfrm>
            <a:off x="1554521" y="4526280"/>
            <a:ext cx="3968602" cy="548640"/>
          </a:xfrm>
          <a:prstGeom prst="rect">
            <a:avLst/>
          </a:prstGeom>
          <a:noFill/>
          <a:ln>
            <a:noFill/>
          </a:ln>
        </p:spPr>
        <p:txBody>
          <a:bodyPr anchorCtr="0" anchor="ctr" bIns="0" lIns="18275" spcFirstLastPara="1" rIns="18275" wrap="square" tIns="0">
            <a:spAutoFit/>
          </a:bodyPr>
          <a:lstStyle/>
          <a:p>
            <a:pPr indent="0" lvl="0" marL="0" marR="0" rtl="0" algn="l">
              <a:spcBef>
                <a:spcPts val="0"/>
              </a:spcBef>
              <a:spcAft>
                <a:spcPts val="0"/>
              </a:spcAft>
              <a:buNone/>
            </a:pPr>
            <a:r>
              <a:rPr b="0" i="0" lang="en-US" sz="1500" u="none" cap="none" strike="noStrike">
                <a:solidFill>
                  <a:srgbClr val="183321"/>
                </a:solidFill>
                <a:latin typeface="Arial"/>
                <a:ea typeface="Arial"/>
                <a:cs typeface="Arial"/>
                <a:sym typeface="Arial"/>
              </a:rPr>
              <a:t>Donors need a quick, simple way to donate.</a:t>
            </a:r>
            <a:endParaRPr/>
          </a:p>
        </p:txBody>
      </p:sp>
      <p:sp>
        <p:nvSpPr>
          <p:cNvPr id="562" name="Google Shape;562;p43"/>
          <p:cNvSpPr/>
          <p:nvPr/>
        </p:nvSpPr>
        <p:spPr>
          <a:xfrm>
            <a:off x="6419259" y="4096512"/>
            <a:ext cx="5120777" cy="1042415"/>
          </a:xfrm>
          <a:prstGeom prst="roundRect">
            <a:avLst>
              <a:gd fmla="val 16667" name="adj"/>
            </a:avLst>
          </a:prstGeom>
          <a:solidFill>
            <a:srgbClr val="EAF0F4"/>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3" name="Google Shape;563;p43"/>
          <p:cNvSpPr/>
          <p:nvPr/>
        </p:nvSpPr>
        <p:spPr>
          <a:xfrm>
            <a:off x="6629577" y="4325112"/>
            <a:ext cx="512078" cy="512064"/>
          </a:xfrm>
          <a:prstGeom prst="ellipse">
            <a:avLst/>
          </a:prstGeom>
          <a:solidFill>
            <a:srgbClr val="4E879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4" name="Google Shape;564;p43"/>
          <p:cNvSpPr txBox="1"/>
          <p:nvPr/>
        </p:nvSpPr>
        <p:spPr>
          <a:xfrm>
            <a:off x="6629577" y="4325112"/>
            <a:ext cx="512078" cy="493776"/>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1" i="0" lang="en-US" sz="2900" u="none" cap="none" strike="noStrike">
                <a:solidFill>
                  <a:srgbClr val="FFFFFF"/>
                </a:solidFill>
                <a:latin typeface="Arial"/>
                <a:ea typeface="Arial"/>
                <a:cs typeface="Arial"/>
                <a:sym typeface="Arial"/>
              </a:rPr>
              <a:t>!</a:t>
            </a:r>
            <a:endParaRPr/>
          </a:p>
        </p:txBody>
      </p:sp>
      <p:sp>
        <p:nvSpPr>
          <p:cNvPr id="565" name="Google Shape;565;p43"/>
          <p:cNvSpPr txBox="1"/>
          <p:nvPr/>
        </p:nvSpPr>
        <p:spPr>
          <a:xfrm>
            <a:off x="7333683" y="4224528"/>
            <a:ext cx="3840582" cy="292608"/>
          </a:xfrm>
          <a:prstGeom prst="rect">
            <a:avLst/>
          </a:prstGeom>
          <a:noFill/>
          <a:ln>
            <a:noFill/>
          </a:ln>
        </p:spPr>
        <p:txBody>
          <a:bodyPr anchorCtr="0" anchor="ctr" bIns="0" lIns="18275" spcFirstLastPara="1" rIns="18275" wrap="square" tIns="0">
            <a:spAutoFit/>
          </a:bodyPr>
          <a:lstStyle/>
          <a:p>
            <a:pPr indent="0" lvl="0" marL="0" marR="0" rtl="0" algn="l">
              <a:spcBef>
                <a:spcPts val="0"/>
              </a:spcBef>
              <a:spcAft>
                <a:spcPts val="0"/>
              </a:spcAft>
              <a:buNone/>
            </a:pPr>
            <a:r>
              <a:rPr b="1" i="0" lang="en-US" sz="1700" u="none" cap="none" strike="noStrike">
                <a:solidFill>
                  <a:srgbClr val="4E879C"/>
                </a:solidFill>
                <a:latin typeface="Arial"/>
                <a:ea typeface="Arial"/>
                <a:cs typeface="Arial"/>
                <a:sym typeface="Arial"/>
              </a:rPr>
              <a:t>PAIN POINT</a:t>
            </a:r>
            <a:endParaRPr/>
          </a:p>
        </p:txBody>
      </p:sp>
      <p:sp>
        <p:nvSpPr>
          <p:cNvPr id="566" name="Google Shape;566;p43"/>
          <p:cNvSpPr txBox="1"/>
          <p:nvPr/>
        </p:nvSpPr>
        <p:spPr>
          <a:xfrm>
            <a:off x="7333683" y="4526280"/>
            <a:ext cx="3968700" cy="461700"/>
          </a:xfrm>
          <a:prstGeom prst="rect">
            <a:avLst/>
          </a:prstGeom>
          <a:noFill/>
          <a:ln>
            <a:noFill/>
          </a:ln>
        </p:spPr>
        <p:txBody>
          <a:bodyPr anchorCtr="0" anchor="ctr" bIns="0" lIns="18275" spcFirstLastPara="1" rIns="18275" wrap="square" tIns="0">
            <a:spAutoFit/>
          </a:bodyPr>
          <a:lstStyle/>
          <a:p>
            <a:pPr indent="0" lvl="0" marL="0" marR="0" rtl="0" algn="l">
              <a:spcBef>
                <a:spcPts val="0"/>
              </a:spcBef>
              <a:spcAft>
                <a:spcPts val="0"/>
              </a:spcAft>
              <a:buNone/>
            </a:pPr>
            <a:r>
              <a:rPr lang="en-US" sz="1500">
                <a:solidFill>
                  <a:srgbClr val="183321"/>
                </a:solidFill>
              </a:rPr>
              <a:t>Local communities</a:t>
            </a:r>
            <a:r>
              <a:rPr b="0" i="0" lang="en-US" sz="1500" u="none" cap="none" strike="noStrike">
                <a:solidFill>
                  <a:srgbClr val="183321"/>
                </a:solidFill>
                <a:latin typeface="Arial"/>
                <a:ea typeface="Arial"/>
                <a:cs typeface="Arial"/>
                <a:sym typeface="Arial"/>
              </a:rPr>
              <a:t> need reliable, local food sources</a:t>
            </a:r>
            <a:r>
              <a:rPr lang="en-US"/>
              <a:t> </a:t>
            </a:r>
            <a:r>
              <a:rPr b="0" i="0" lang="en-US" sz="1500" u="none" cap="none" strike="noStrike">
                <a:solidFill>
                  <a:srgbClr val="183321"/>
                </a:solidFill>
                <a:latin typeface="Arial"/>
                <a:ea typeface="Arial"/>
                <a:cs typeface="Arial"/>
                <a:sym typeface="Arial"/>
              </a:rPr>
              <a:t>with clear availability.</a:t>
            </a:r>
            <a:endParaRPr/>
          </a:p>
        </p:txBody>
      </p:sp>
      <p:sp>
        <p:nvSpPr>
          <p:cNvPr id="567" name="Google Shape;567;p43"/>
          <p:cNvSpPr/>
          <p:nvPr/>
        </p:nvSpPr>
        <p:spPr>
          <a:xfrm>
            <a:off x="2999312" y="5541264"/>
            <a:ext cx="6538200" cy="923400"/>
          </a:xfrm>
          <a:prstGeom prst="roundRect">
            <a:avLst>
              <a:gd fmla="val 16667" name="adj"/>
            </a:avLst>
          </a:prstGeom>
          <a:solidFill>
            <a:srgbClr val="FFFFFF"/>
          </a:solidFill>
          <a:ln cap="flat" cmpd="sng" w="17775">
            <a:solidFill>
              <a:srgbClr val="9BAC8D"/>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8" name="Google Shape;568;p43"/>
          <p:cNvSpPr/>
          <p:nvPr/>
        </p:nvSpPr>
        <p:spPr>
          <a:xfrm>
            <a:off x="3273639" y="5687568"/>
            <a:ext cx="630953" cy="630936"/>
          </a:xfrm>
          <a:prstGeom prst="ellipse">
            <a:avLst/>
          </a:prstGeom>
          <a:solidFill>
            <a:srgbClr val="203D2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9" name="Google Shape;569;p43"/>
          <p:cNvSpPr txBox="1"/>
          <p:nvPr/>
        </p:nvSpPr>
        <p:spPr>
          <a:xfrm>
            <a:off x="3310216" y="5733288"/>
            <a:ext cx="557799" cy="502920"/>
          </a:xfrm>
          <a:prstGeom prst="rect">
            <a:avLst/>
          </a:prstGeom>
          <a:noFill/>
          <a:ln>
            <a:noFill/>
          </a:ln>
        </p:spPr>
        <p:txBody>
          <a:bodyPr anchorCtr="0" anchor="ctr" bIns="0" lIns="18275" spcFirstLastPara="1" rIns="18275" wrap="square" tIns="0">
            <a:spAutoFit/>
          </a:bodyPr>
          <a:lstStyle/>
          <a:p>
            <a:pPr indent="0" lvl="0" marL="0" marR="0" rtl="0" algn="ctr">
              <a:spcBef>
                <a:spcPts val="0"/>
              </a:spcBef>
              <a:spcAft>
                <a:spcPts val="0"/>
              </a:spcAft>
              <a:buNone/>
            </a:pPr>
            <a:r>
              <a:rPr b="1" i="0" lang="en-US" sz="2700" u="none" cap="none" strike="noStrike">
                <a:solidFill>
                  <a:srgbClr val="FFFFFF"/>
                </a:solidFill>
                <a:latin typeface="Arial"/>
                <a:ea typeface="Arial"/>
                <a:cs typeface="Arial"/>
                <a:sym typeface="Arial"/>
              </a:rPr>
              <a:t>↗</a:t>
            </a:r>
            <a:endParaRPr/>
          </a:p>
        </p:txBody>
      </p:sp>
      <p:sp>
        <p:nvSpPr>
          <p:cNvPr id="570" name="Google Shape;570;p43"/>
          <p:cNvSpPr txBox="1"/>
          <p:nvPr/>
        </p:nvSpPr>
        <p:spPr>
          <a:xfrm>
            <a:off x="4069188" y="5724144"/>
            <a:ext cx="1664252" cy="521207"/>
          </a:xfrm>
          <a:prstGeom prst="rect">
            <a:avLst/>
          </a:prstGeom>
          <a:noFill/>
          <a:ln>
            <a:noFill/>
          </a:ln>
        </p:spPr>
        <p:txBody>
          <a:bodyPr anchorCtr="0" anchor="ctr" bIns="0" lIns="18275" spcFirstLastPara="1" rIns="18275" wrap="square" tIns="0">
            <a:spAutoFit/>
          </a:bodyPr>
          <a:lstStyle/>
          <a:p>
            <a:pPr indent="0" lvl="0" marL="0" marR="0" rtl="0" algn="l">
              <a:spcBef>
                <a:spcPts val="0"/>
              </a:spcBef>
              <a:spcAft>
                <a:spcPts val="0"/>
              </a:spcAft>
              <a:buNone/>
            </a:pPr>
            <a:r>
              <a:rPr b="1" i="0" lang="en-US" sz="2300" u="none" cap="none" strike="noStrike">
                <a:solidFill>
                  <a:srgbClr val="183321"/>
                </a:solidFill>
                <a:latin typeface="Arial"/>
                <a:ea typeface="Arial"/>
                <a:cs typeface="Arial"/>
                <a:sym typeface="Arial"/>
              </a:rPr>
              <a:t>Not Wasted</a:t>
            </a:r>
            <a:endParaRPr/>
          </a:p>
        </p:txBody>
      </p:sp>
      <p:sp>
        <p:nvSpPr>
          <p:cNvPr id="571" name="Google Shape;571;p43"/>
          <p:cNvSpPr txBox="1"/>
          <p:nvPr/>
        </p:nvSpPr>
        <p:spPr>
          <a:xfrm>
            <a:off x="5782245" y="5827117"/>
            <a:ext cx="3566400" cy="338700"/>
          </a:xfrm>
          <a:prstGeom prst="rect">
            <a:avLst/>
          </a:prstGeom>
          <a:noFill/>
          <a:ln>
            <a:noFill/>
          </a:ln>
        </p:spPr>
        <p:txBody>
          <a:bodyPr anchorCtr="0" anchor="ctr" bIns="0" lIns="18275" spcFirstLastPara="1" rIns="18275" wrap="square" tIns="0">
            <a:spAutoFit/>
          </a:bodyPr>
          <a:lstStyle/>
          <a:p>
            <a:pPr indent="0" lvl="0" marL="0" marR="0" rtl="0" algn="l">
              <a:spcBef>
                <a:spcPts val="0"/>
              </a:spcBef>
              <a:spcAft>
                <a:spcPts val="0"/>
              </a:spcAft>
              <a:buNone/>
            </a:pPr>
            <a:r>
              <a:rPr b="0" i="0" lang="en-US" sz="2200" u="none" cap="none" strike="noStrike">
                <a:solidFill>
                  <a:srgbClr val="183321"/>
                </a:solidFill>
                <a:latin typeface="Arial"/>
                <a:ea typeface="Arial"/>
                <a:cs typeface="Arial"/>
                <a:sym typeface="Arial"/>
              </a:rPr>
              <a:t>connects the two journeys.</a:t>
            </a:r>
            <a:endParaRPr/>
          </a:p>
        </p:txBody>
      </p:sp>
      <p:pic>
        <p:nvPicPr>
          <p:cNvPr id="572" name="Google Shape;572;p43"/>
          <p:cNvPicPr preferRelativeResize="0"/>
          <p:nvPr/>
        </p:nvPicPr>
        <p:blipFill>
          <a:blip r:embed="rId3">
            <a:alphaModFix/>
          </a:blip>
          <a:stretch>
            <a:fillRect/>
          </a:stretch>
        </p:blipFill>
        <p:spPr>
          <a:xfrm>
            <a:off x="809025" y="2237575"/>
            <a:ext cx="630950" cy="630950"/>
          </a:xfrm>
          <a:prstGeom prst="rect">
            <a:avLst/>
          </a:prstGeom>
          <a:noFill/>
          <a:ln>
            <a:noFill/>
          </a:ln>
        </p:spPr>
      </p:pic>
      <p:pic>
        <p:nvPicPr>
          <p:cNvPr id="573" name="Google Shape;573;p43"/>
          <p:cNvPicPr preferRelativeResize="0"/>
          <p:nvPr/>
        </p:nvPicPr>
        <p:blipFill>
          <a:blip r:embed="rId4">
            <a:alphaModFix/>
          </a:blip>
          <a:stretch>
            <a:fillRect/>
          </a:stretch>
        </p:blipFill>
        <p:spPr>
          <a:xfrm flipH="1">
            <a:off x="2237208" y="2241195"/>
            <a:ext cx="630950" cy="630950"/>
          </a:xfrm>
          <a:prstGeom prst="rect">
            <a:avLst/>
          </a:prstGeom>
          <a:noFill/>
          <a:ln>
            <a:noFill/>
          </a:ln>
        </p:spPr>
      </p:pic>
      <p:pic>
        <p:nvPicPr>
          <p:cNvPr id="574" name="Google Shape;574;p43"/>
          <p:cNvPicPr preferRelativeResize="0"/>
          <p:nvPr/>
        </p:nvPicPr>
        <p:blipFill>
          <a:blip r:embed="rId5">
            <a:alphaModFix/>
          </a:blip>
          <a:stretch>
            <a:fillRect/>
          </a:stretch>
        </p:blipFill>
        <p:spPr>
          <a:xfrm>
            <a:off x="5049321" y="2253988"/>
            <a:ext cx="603500" cy="603500"/>
          </a:xfrm>
          <a:prstGeom prst="rect">
            <a:avLst/>
          </a:prstGeom>
          <a:noFill/>
          <a:ln>
            <a:noFill/>
          </a:ln>
        </p:spPr>
      </p:pic>
      <p:pic>
        <p:nvPicPr>
          <p:cNvPr id="575" name="Google Shape;575;p43"/>
          <p:cNvPicPr preferRelativeResize="0"/>
          <p:nvPr/>
        </p:nvPicPr>
        <p:blipFill>
          <a:blip r:embed="rId6">
            <a:alphaModFix/>
          </a:blip>
          <a:stretch>
            <a:fillRect/>
          </a:stretch>
        </p:blipFill>
        <p:spPr>
          <a:xfrm>
            <a:off x="6565304" y="2130545"/>
            <a:ext cx="704100" cy="704100"/>
          </a:xfrm>
          <a:prstGeom prst="rect">
            <a:avLst/>
          </a:prstGeom>
          <a:noFill/>
          <a:ln>
            <a:noFill/>
          </a:ln>
        </p:spPr>
      </p:pic>
      <p:pic>
        <p:nvPicPr>
          <p:cNvPr id="576" name="Google Shape;576;p43"/>
          <p:cNvPicPr preferRelativeResize="0"/>
          <p:nvPr/>
        </p:nvPicPr>
        <p:blipFill>
          <a:blip r:embed="rId7">
            <a:alphaModFix/>
          </a:blip>
          <a:stretch>
            <a:fillRect/>
          </a:stretch>
        </p:blipFill>
        <p:spPr>
          <a:xfrm>
            <a:off x="9350366" y="2176616"/>
            <a:ext cx="768076" cy="768076"/>
          </a:xfrm>
          <a:prstGeom prst="rect">
            <a:avLst/>
          </a:prstGeom>
          <a:noFill/>
          <a:ln>
            <a:noFill/>
          </a:ln>
        </p:spPr>
      </p:pic>
      <p:pic>
        <p:nvPicPr>
          <p:cNvPr id="577" name="Google Shape;577;p43"/>
          <p:cNvPicPr preferRelativeResize="0"/>
          <p:nvPr/>
        </p:nvPicPr>
        <p:blipFill>
          <a:blip r:embed="rId8">
            <a:alphaModFix/>
          </a:blip>
          <a:stretch>
            <a:fillRect/>
          </a:stretch>
        </p:blipFill>
        <p:spPr>
          <a:xfrm>
            <a:off x="10798800" y="2253975"/>
            <a:ext cx="603525" cy="603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7EA"/>
        </a:solidFill>
      </p:bgPr>
    </p:bg>
    <p:spTree>
      <p:nvGrpSpPr>
        <p:cNvPr id="582" name="Shape 582"/>
        <p:cNvGrpSpPr/>
        <p:nvPr/>
      </p:nvGrpSpPr>
      <p:grpSpPr>
        <a:xfrm>
          <a:off x="0" y="0"/>
          <a:ext cx="0" cy="0"/>
          <a:chOff x="0" y="0"/>
          <a:chExt cx="0" cy="0"/>
        </a:xfrm>
      </p:grpSpPr>
      <p:sp>
        <p:nvSpPr>
          <p:cNvPr id="583" name="Google Shape;583;p44"/>
          <p:cNvSpPr/>
          <p:nvPr/>
        </p:nvSpPr>
        <p:spPr>
          <a:xfrm>
            <a:off x="533400" y="447675"/>
            <a:ext cx="11125200" cy="638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600">
                <a:solidFill>
                  <a:srgbClr val="352039"/>
                </a:solidFill>
                <a:latin typeface="Arial"/>
                <a:ea typeface="Arial"/>
                <a:cs typeface="Arial"/>
                <a:sym typeface="Arial"/>
              </a:rPr>
              <a:t>At closing, coordination is extra work</a:t>
            </a:r>
            <a:endParaRPr/>
          </a:p>
        </p:txBody>
      </p:sp>
      <p:pic>
        <p:nvPicPr>
          <p:cNvPr id="584" name="Google Shape;584;p44"/>
          <p:cNvPicPr preferRelativeResize="0"/>
          <p:nvPr/>
        </p:nvPicPr>
        <p:blipFill rotWithShape="1">
          <a:blip r:embed="rId3">
            <a:alphaModFix/>
          </a:blip>
          <a:srcRect b="0" l="0" r="0" t="0"/>
          <a:stretch/>
        </p:blipFill>
        <p:spPr>
          <a:xfrm>
            <a:off x="7467600" y="1409700"/>
            <a:ext cx="4191000" cy="4191000"/>
          </a:xfrm>
          <a:prstGeom prst="rect">
            <a:avLst/>
          </a:prstGeom>
          <a:noFill/>
          <a:ln>
            <a:noFill/>
          </a:ln>
        </p:spPr>
      </p:pic>
      <p:sp>
        <p:nvSpPr>
          <p:cNvPr id="585" name="Google Shape;585;p44"/>
          <p:cNvSpPr/>
          <p:nvPr/>
        </p:nvSpPr>
        <p:spPr>
          <a:xfrm>
            <a:off x="533400" y="1438275"/>
            <a:ext cx="6667500" cy="409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352039"/>
                </a:solidFill>
                <a:latin typeface="Arial"/>
                <a:ea typeface="Arial"/>
                <a:cs typeface="Arial"/>
                <a:sym typeface="Arial"/>
              </a:rPr>
              <a:t>The event or facilities coordinator</a:t>
            </a:r>
            <a:endParaRPr/>
          </a:p>
        </p:txBody>
      </p:sp>
      <p:sp>
        <p:nvSpPr>
          <p:cNvPr id="586" name="Google Shape;586;p44"/>
          <p:cNvSpPr/>
          <p:nvPr/>
        </p:nvSpPr>
        <p:spPr>
          <a:xfrm>
            <a:off x="542925" y="2133600"/>
            <a:ext cx="457200" cy="362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EF775F"/>
                </a:solidFill>
                <a:latin typeface="Arial"/>
                <a:ea typeface="Arial"/>
                <a:cs typeface="Arial"/>
                <a:sym typeface="Arial"/>
              </a:rPr>
              <a:t>01</a:t>
            </a:r>
            <a:endParaRPr/>
          </a:p>
        </p:txBody>
      </p:sp>
      <p:sp>
        <p:nvSpPr>
          <p:cNvPr id="587" name="Google Shape;587;p44"/>
          <p:cNvSpPr/>
          <p:nvPr/>
        </p:nvSpPr>
        <p:spPr>
          <a:xfrm>
            <a:off x="1133475" y="2105025"/>
            <a:ext cx="6048300" cy="52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352039"/>
                </a:solidFill>
                <a:latin typeface="Arial"/>
                <a:ea typeface="Arial"/>
                <a:cs typeface="Arial"/>
                <a:sym typeface="Arial"/>
              </a:rPr>
              <a:t>Find an accepting recipient</a:t>
            </a:r>
            <a:endParaRPr/>
          </a:p>
        </p:txBody>
      </p:sp>
      <p:sp>
        <p:nvSpPr>
          <p:cNvPr id="588" name="Google Shape;588;p44"/>
          <p:cNvSpPr/>
          <p:nvPr/>
        </p:nvSpPr>
        <p:spPr>
          <a:xfrm>
            <a:off x="542925" y="2867025"/>
            <a:ext cx="457200" cy="362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EF775F"/>
                </a:solidFill>
                <a:latin typeface="Arial"/>
                <a:ea typeface="Arial"/>
                <a:cs typeface="Arial"/>
                <a:sym typeface="Arial"/>
              </a:rPr>
              <a:t>02</a:t>
            </a:r>
            <a:endParaRPr/>
          </a:p>
        </p:txBody>
      </p:sp>
      <p:sp>
        <p:nvSpPr>
          <p:cNvPr id="589" name="Google Shape;589;p44"/>
          <p:cNvSpPr/>
          <p:nvPr/>
        </p:nvSpPr>
        <p:spPr>
          <a:xfrm>
            <a:off x="1133475" y="2838450"/>
            <a:ext cx="6048300" cy="52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352039"/>
                </a:solidFill>
                <a:latin typeface="Arial"/>
                <a:ea typeface="Arial"/>
                <a:cs typeface="Arial"/>
                <a:sym typeface="Arial"/>
              </a:rPr>
              <a:t>Check capacity + food requirements</a:t>
            </a:r>
            <a:endParaRPr/>
          </a:p>
        </p:txBody>
      </p:sp>
      <p:sp>
        <p:nvSpPr>
          <p:cNvPr id="590" name="Google Shape;590;p44"/>
          <p:cNvSpPr/>
          <p:nvPr/>
        </p:nvSpPr>
        <p:spPr>
          <a:xfrm>
            <a:off x="542925" y="3600450"/>
            <a:ext cx="457200" cy="362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EF775F"/>
                </a:solidFill>
                <a:latin typeface="Arial"/>
                <a:ea typeface="Arial"/>
                <a:cs typeface="Arial"/>
                <a:sym typeface="Arial"/>
              </a:rPr>
              <a:t>03</a:t>
            </a:r>
            <a:endParaRPr/>
          </a:p>
        </p:txBody>
      </p:sp>
      <p:sp>
        <p:nvSpPr>
          <p:cNvPr id="591" name="Google Shape;591;p44"/>
          <p:cNvSpPr/>
          <p:nvPr/>
        </p:nvSpPr>
        <p:spPr>
          <a:xfrm>
            <a:off x="1133475" y="3571875"/>
            <a:ext cx="6048300" cy="52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352039"/>
                </a:solidFill>
                <a:latin typeface="Arial"/>
                <a:ea typeface="Arial"/>
                <a:cs typeface="Arial"/>
                <a:sym typeface="Arial"/>
              </a:rPr>
              <a:t>Arrange transport</a:t>
            </a:r>
            <a:endParaRPr/>
          </a:p>
        </p:txBody>
      </p:sp>
      <p:cxnSp>
        <p:nvCxnSpPr>
          <p:cNvPr id="592" name="Google Shape;592;p44"/>
          <p:cNvCxnSpPr/>
          <p:nvPr/>
        </p:nvCxnSpPr>
        <p:spPr>
          <a:xfrm>
            <a:off x="533400" y="4533900"/>
            <a:ext cx="6486600" cy="0"/>
          </a:xfrm>
          <a:prstGeom prst="straightConnector1">
            <a:avLst/>
          </a:prstGeom>
          <a:noFill/>
          <a:ln cap="flat" cmpd="sng" w="19050">
            <a:solidFill>
              <a:srgbClr val="D9CCCF"/>
            </a:solidFill>
            <a:prstDash val="solid"/>
            <a:round/>
            <a:headEnd len="sm" w="sm" type="none"/>
            <a:tailEnd len="sm" w="sm" type="none"/>
          </a:ln>
        </p:spPr>
      </p:cxnSp>
      <p:sp>
        <p:nvSpPr>
          <p:cNvPr id="593" name="Google Shape;593;p44"/>
          <p:cNvSpPr/>
          <p:nvPr/>
        </p:nvSpPr>
        <p:spPr>
          <a:xfrm>
            <a:off x="533400" y="4772025"/>
            <a:ext cx="33339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70616D"/>
                </a:solidFill>
                <a:latin typeface="Arial"/>
                <a:ea typeface="Arial"/>
                <a:cs typeface="Arial"/>
                <a:sym typeface="Arial"/>
              </a:rPr>
              <a:t>HOW MIGHT WE</a:t>
            </a:r>
            <a:endParaRPr/>
          </a:p>
        </p:txBody>
      </p:sp>
      <p:sp>
        <p:nvSpPr>
          <p:cNvPr id="594" name="Google Shape;594;p44"/>
          <p:cNvSpPr/>
          <p:nvPr/>
        </p:nvSpPr>
        <p:spPr>
          <a:xfrm>
            <a:off x="533400" y="5133975"/>
            <a:ext cx="6705600" cy="100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950">
                <a:solidFill>
                  <a:srgbClr val="352039"/>
                </a:solidFill>
                <a:latin typeface="Arial"/>
                <a:ea typeface="Arial"/>
                <a:cs typeface="Arial"/>
                <a:sym typeface="Arial"/>
              </a:rPr>
              <a:t>How might we predict where and when usable surplus will appear, then arrange a recipient and pickup before event teardown?</a:t>
            </a:r>
            <a:endParaRPr/>
          </a:p>
        </p:txBody>
      </p:sp>
      <p:sp>
        <p:nvSpPr>
          <p:cNvPr id="595" name="Google Shape;595;p44"/>
          <p:cNvSpPr/>
          <p:nvPr/>
        </p:nvSpPr>
        <p:spPr>
          <a:xfrm>
            <a:off x="11353800" y="6372225"/>
            <a:ext cx="333300" cy="2190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200">
                <a:solidFill>
                  <a:srgbClr val="70616D"/>
                </a:solidFill>
                <a:latin typeface="Arial"/>
                <a:ea typeface="Arial"/>
                <a:cs typeface="Arial"/>
                <a:sym typeface="Arial"/>
              </a:rPr>
              <a:t>02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2039"/>
        </a:solidFill>
      </p:bgPr>
    </p:bg>
    <p:spTree>
      <p:nvGrpSpPr>
        <p:cNvPr id="600" name="Shape 600"/>
        <p:cNvGrpSpPr/>
        <p:nvPr/>
      </p:nvGrpSpPr>
      <p:grpSpPr>
        <a:xfrm>
          <a:off x="0" y="0"/>
          <a:ext cx="0" cy="0"/>
          <a:chOff x="0" y="0"/>
          <a:chExt cx="0" cy="0"/>
        </a:xfrm>
      </p:grpSpPr>
      <p:sp>
        <p:nvSpPr>
          <p:cNvPr id="601" name="Google Shape;601;p45"/>
          <p:cNvSpPr/>
          <p:nvPr/>
        </p:nvSpPr>
        <p:spPr>
          <a:xfrm>
            <a:off x="533400" y="447675"/>
            <a:ext cx="11125200" cy="638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600">
                <a:solidFill>
                  <a:srgbClr val="FFF7EA"/>
                </a:solidFill>
                <a:latin typeface="Arial"/>
                <a:ea typeface="Arial"/>
                <a:cs typeface="Arial"/>
                <a:sym typeface="Arial"/>
              </a:rPr>
              <a:t>One event, from opt-in to handoff</a:t>
            </a:r>
            <a:endParaRPr/>
          </a:p>
        </p:txBody>
      </p:sp>
      <p:sp>
        <p:nvSpPr>
          <p:cNvPr id="602" name="Google Shape;602;p45"/>
          <p:cNvSpPr/>
          <p:nvPr/>
        </p:nvSpPr>
        <p:spPr>
          <a:xfrm>
            <a:off x="533400" y="1200150"/>
            <a:ext cx="10953750" cy="3619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D8E7C3"/>
                </a:solidFill>
                <a:latin typeface="Arial"/>
                <a:ea typeface="Arial"/>
                <a:cs typeface="Arial"/>
                <a:sym typeface="Arial"/>
              </a:rPr>
              <a:t>Illustrative scenario: a catered university department event</a:t>
            </a:r>
            <a:endParaRPr/>
          </a:p>
        </p:txBody>
      </p:sp>
      <p:sp>
        <p:nvSpPr>
          <p:cNvPr id="603" name="Google Shape;603;p45"/>
          <p:cNvSpPr/>
          <p:nvPr/>
        </p:nvSpPr>
        <p:spPr>
          <a:xfrm>
            <a:off x="533400" y="1828800"/>
            <a:ext cx="6896100" cy="3876675"/>
          </a:xfrm>
          <a:prstGeom prst="rect">
            <a:avLst/>
          </a:prstGeom>
          <a:solidFill>
            <a:srgbClr val="FFF7EA"/>
          </a:solidFill>
          <a:ln cap="flat" cmpd="sng" w="19050">
            <a:solidFill>
              <a:srgbClr val="D8E7C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04" name="Google Shape;604;p45"/>
          <p:cNvSpPr/>
          <p:nvPr/>
        </p:nvSpPr>
        <p:spPr>
          <a:xfrm>
            <a:off x="800100" y="2076450"/>
            <a:ext cx="6286500" cy="2762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70616D"/>
                </a:solidFill>
                <a:latin typeface="Arial"/>
                <a:ea typeface="Arial"/>
                <a:cs typeface="Arial"/>
                <a:sym typeface="Arial"/>
              </a:rPr>
              <a:t>ACTUAL PROTOTYPE</a:t>
            </a:r>
            <a:endParaRPr/>
          </a:p>
        </p:txBody>
      </p:sp>
      <p:sp>
        <p:nvSpPr>
          <p:cNvPr id="605" name="Google Shape;605;p45"/>
          <p:cNvSpPr/>
          <p:nvPr/>
        </p:nvSpPr>
        <p:spPr>
          <a:xfrm>
            <a:off x="838200" y="3105150"/>
            <a:ext cx="6191250" cy="990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US" sz="3150">
                <a:solidFill>
                  <a:srgbClr val="352039"/>
                </a:solidFill>
                <a:latin typeface="Arial"/>
                <a:ea typeface="Arial"/>
                <a:cs typeface="Arial"/>
                <a:sym typeface="Arial"/>
              </a:rPr>
              <a:t>[Insert prototype screen</a:t>
            </a:r>
            <a:endParaRPr/>
          </a:p>
          <a:p>
            <a:pPr indent="0" lvl="0" marL="0" marR="0" rtl="0" algn="ctr">
              <a:spcBef>
                <a:spcPts val="0"/>
              </a:spcBef>
              <a:spcAft>
                <a:spcPts val="0"/>
              </a:spcAft>
              <a:buNone/>
            </a:pPr>
            <a:r>
              <a:rPr b="1" lang="en-US" sz="3150">
                <a:solidFill>
                  <a:srgbClr val="352039"/>
                </a:solidFill>
                <a:latin typeface="Arial"/>
                <a:ea typeface="Arial"/>
                <a:cs typeface="Arial"/>
                <a:sym typeface="Arial"/>
              </a:rPr>
              <a:t>or click-through]</a:t>
            </a:r>
            <a:endParaRPr/>
          </a:p>
        </p:txBody>
      </p:sp>
      <p:sp>
        <p:nvSpPr>
          <p:cNvPr id="606" name="Google Shape;606;p45"/>
          <p:cNvSpPr/>
          <p:nvPr/>
        </p:nvSpPr>
        <p:spPr>
          <a:xfrm>
            <a:off x="847725" y="4762500"/>
            <a:ext cx="6191250" cy="32385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lang="en-US" sz="1650">
                <a:solidFill>
                  <a:srgbClr val="352039"/>
                </a:solidFill>
                <a:latin typeface="Arial"/>
                <a:ea typeface="Arial"/>
                <a:cs typeface="Arial"/>
                <a:sym typeface="Arial"/>
              </a:rPr>
              <a:t>[Build status: working / mockup / concept]</a:t>
            </a:r>
            <a:endParaRPr/>
          </a:p>
        </p:txBody>
      </p:sp>
      <p:sp>
        <p:nvSpPr>
          <p:cNvPr id="607" name="Google Shape;607;p45"/>
          <p:cNvSpPr/>
          <p:nvPr/>
        </p:nvSpPr>
        <p:spPr>
          <a:xfrm>
            <a:off x="847725" y="5257800"/>
            <a:ext cx="6191250" cy="266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lang="en-US" sz="1425">
                <a:solidFill>
                  <a:srgbClr val="70616D"/>
                </a:solidFill>
                <a:latin typeface="Arial"/>
                <a:ea typeface="Arial"/>
                <a:cs typeface="Arial"/>
                <a:sym typeface="Arial"/>
              </a:rPr>
              <a:t>[Demo URL]</a:t>
            </a:r>
            <a:endParaRPr/>
          </a:p>
        </p:txBody>
      </p:sp>
      <p:sp>
        <p:nvSpPr>
          <p:cNvPr id="608" name="Google Shape;608;p45"/>
          <p:cNvSpPr/>
          <p:nvPr/>
        </p:nvSpPr>
        <p:spPr>
          <a:xfrm>
            <a:off x="7877175" y="1847850"/>
            <a:ext cx="3619500" cy="2762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D8E7C3"/>
                </a:solidFill>
                <a:latin typeface="Arial"/>
                <a:ea typeface="Arial"/>
                <a:cs typeface="Arial"/>
                <a:sym typeface="Arial"/>
              </a:rPr>
              <a:t>PROPOSED JOURNEY</a:t>
            </a:r>
            <a:endParaRPr/>
          </a:p>
        </p:txBody>
      </p:sp>
      <p:sp>
        <p:nvSpPr>
          <p:cNvPr id="609" name="Google Shape;609;p45"/>
          <p:cNvSpPr/>
          <p:nvPr/>
        </p:nvSpPr>
        <p:spPr>
          <a:xfrm>
            <a:off x="7858125" y="2324100"/>
            <a:ext cx="30480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D8E7C3"/>
                </a:solidFill>
                <a:latin typeface="Arial"/>
                <a:ea typeface="Arial"/>
                <a:cs typeface="Arial"/>
                <a:sym typeface="Arial"/>
              </a:rPr>
              <a:t>1</a:t>
            </a:r>
            <a:endParaRPr/>
          </a:p>
        </p:txBody>
      </p:sp>
      <p:sp>
        <p:nvSpPr>
          <p:cNvPr id="610" name="Google Shape;610;p45"/>
          <p:cNvSpPr/>
          <p:nvPr/>
        </p:nvSpPr>
        <p:spPr>
          <a:xfrm>
            <a:off x="8267700" y="2324100"/>
            <a:ext cx="33718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FFF7EA"/>
                </a:solidFill>
                <a:latin typeface="Arial"/>
                <a:ea typeface="Arial"/>
                <a:cs typeface="Arial"/>
                <a:sym typeface="Arial"/>
              </a:rPr>
              <a:t>Opt in + event details</a:t>
            </a:r>
            <a:endParaRPr/>
          </a:p>
        </p:txBody>
      </p:sp>
      <p:sp>
        <p:nvSpPr>
          <p:cNvPr id="611" name="Google Shape;611;p45"/>
          <p:cNvSpPr/>
          <p:nvPr/>
        </p:nvSpPr>
        <p:spPr>
          <a:xfrm>
            <a:off x="7858125" y="2819400"/>
            <a:ext cx="30480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D8E7C3"/>
                </a:solidFill>
                <a:latin typeface="Arial"/>
                <a:ea typeface="Arial"/>
                <a:cs typeface="Arial"/>
                <a:sym typeface="Arial"/>
              </a:rPr>
              <a:t>2</a:t>
            </a:r>
            <a:endParaRPr/>
          </a:p>
        </p:txBody>
      </p:sp>
      <p:sp>
        <p:nvSpPr>
          <p:cNvPr id="612" name="Google Shape;612;p45"/>
          <p:cNvSpPr/>
          <p:nvPr/>
        </p:nvSpPr>
        <p:spPr>
          <a:xfrm>
            <a:off x="8267700" y="2819400"/>
            <a:ext cx="33718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FFF7EA"/>
                </a:solidFill>
                <a:latin typeface="Arial"/>
                <a:ea typeface="Arial"/>
                <a:cs typeface="Arial"/>
                <a:sym typeface="Arial"/>
              </a:rPr>
              <a:t>Estimate a likely range</a:t>
            </a:r>
            <a:endParaRPr/>
          </a:p>
        </p:txBody>
      </p:sp>
      <p:sp>
        <p:nvSpPr>
          <p:cNvPr id="613" name="Google Shape;613;p45"/>
          <p:cNvSpPr/>
          <p:nvPr/>
        </p:nvSpPr>
        <p:spPr>
          <a:xfrm>
            <a:off x="7858125" y="3314700"/>
            <a:ext cx="30480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D8E7C3"/>
                </a:solidFill>
                <a:latin typeface="Arial"/>
                <a:ea typeface="Arial"/>
                <a:cs typeface="Arial"/>
                <a:sym typeface="Arial"/>
              </a:rPr>
              <a:t>3</a:t>
            </a:r>
            <a:endParaRPr/>
          </a:p>
        </p:txBody>
      </p:sp>
      <p:sp>
        <p:nvSpPr>
          <p:cNvPr id="614" name="Google Shape;614;p45"/>
          <p:cNvSpPr/>
          <p:nvPr/>
        </p:nvSpPr>
        <p:spPr>
          <a:xfrm>
            <a:off x="8267700" y="3314700"/>
            <a:ext cx="33718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FFF7EA"/>
                </a:solidFill>
                <a:latin typeface="Arial"/>
                <a:ea typeface="Arial"/>
                <a:cs typeface="Arial"/>
                <a:sym typeface="Arial"/>
              </a:rPr>
              <a:t>Recipient + backup</a:t>
            </a:r>
            <a:endParaRPr/>
          </a:p>
        </p:txBody>
      </p:sp>
      <p:sp>
        <p:nvSpPr>
          <p:cNvPr id="615" name="Google Shape;615;p45"/>
          <p:cNvSpPr/>
          <p:nvPr/>
        </p:nvSpPr>
        <p:spPr>
          <a:xfrm>
            <a:off x="7858125" y="3810000"/>
            <a:ext cx="30480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D8E7C3"/>
                </a:solidFill>
                <a:latin typeface="Arial"/>
                <a:ea typeface="Arial"/>
                <a:cs typeface="Arial"/>
                <a:sym typeface="Arial"/>
              </a:rPr>
              <a:t>4</a:t>
            </a:r>
            <a:endParaRPr/>
          </a:p>
        </p:txBody>
      </p:sp>
      <p:sp>
        <p:nvSpPr>
          <p:cNvPr id="616" name="Google Shape;616;p45"/>
          <p:cNvSpPr/>
          <p:nvPr/>
        </p:nvSpPr>
        <p:spPr>
          <a:xfrm>
            <a:off x="8267700" y="3810000"/>
            <a:ext cx="33718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FFF7EA"/>
                </a:solidFill>
                <a:latin typeface="Arial"/>
                <a:ea typeface="Arial"/>
                <a:cs typeface="Arial"/>
                <a:sym typeface="Arial"/>
              </a:rPr>
              <a:t>Reserve pickup window</a:t>
            </a:r>
            <a:endParaRPr/>
          </a:p>
        </p:txBody>
      </p:sp>
      <p:sp>
        <p:nvSpPr>
          <p:cNvPr id="617" name="Google Shape;617;p45"/>
          <p:cNvSpPr/>
          <p:nvPr/>
        </p:nvSpPr>
        <p:spPr>
          <a:xfrm>
            <a:off x="7858125" y="4305300"/>
            <a:ext cx="30480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D8E7C3"/>
                </a:solidFill>
                <a:latin typeface="Arial"/>
                <a:ea typeface="Arial"/>
                <a:cs typeface="Arial"/>
                <a:sym typeface="Arial"/>
              </a:rPr>
              <a:t>5</a:t>
            </a:r>
            <a:endParaRPr/>
          </a:p>
        </p:txBody>
      </p:sp>
      <p:sp>
        <p:nvSpPr>
          <p:cNvPr id="618" name="Google Shape;618;p45"/>
          <p:cNvSpPr/>
          <p:nvPr/>
        </p:nvSpPr>
        <p:spPr>
          <a:xfrm>
            <a:off x="8267700" y="4305300"/>
            <a:ext cx="33718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FFF7EA"/>
                </a:solidFill>
                <a:latin typeface="Arial"/>
                <a:ea typeface="Arial"/>
                <a:cs typeface="Arial"/>
                <a:sym typeface="Arial"/>
              </a:rPr>
              <a:t>Remind 60–90 min before end</a:t>
            </a:r>
            <a:endParaRPr/>
          </a:p>
        </p:txBody>
      </p:sp>
      <p:sp>
        <p:nvSpPr>
          <p:cNvPr id="619" name="Google Shape;619;p45"/>
          <p:cNvSpPr/>
          <p:nvPr/>
        </p:nvSpPr>
        <p:spPr>
          <a:xfrm>
            <a:off x="7858125" y="4800600"/>
            <a:ext cx="30480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EF775F"/>
                </a:solidFill>
                <a:latin typeface="Arial"/>
                <a:ea typeface="Arial"/>
                <a:cs typeface="Arial"/>
                <a:sym typeface="Arial"/>
              </a:rPr>
              <a:t>6</a:t>
            </a:r>
            <a:endParaRPr/>
          </a:p>
        </p:txBody>
      </p:sp>
      <p:sp>
        <p:nvSpPr>
          <p:cNvPr id="620" name="Google Shape;620;p45"/>
          <p:cNvSpPr/>
          <p:nvPr/>
        </p:nvSpPr>
        <p:spPr>
          <a:xfrm>
            <a:off x="8267700" y="4800600"/>
            <a:ext cx="33718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50">
                <a:solidFill>
                  <a:srgbClr val="FFF7EA"/>
                </a:solidFill>
                <a:latin typeface="Arial"/>
                <a:ea typeface="Arial"/>
                <a:cs typeface="Arial"/>
                <a:sym typeface="Arial"/>
              </a:rPr>
              <a:t>Confirm with tap + photo</a:t>
            </a:r>
            <a:endParaRPr/>
          </a:p>
        </p:txBody>
      </p:sp>
      <p:sp>
        <p:nvSpPr>
          <p:cNvPr id="621" name="Google Shape;621;p45"/>
          <p:cNvSpPr/>
          <p:nvPr/>
        </p:nvSpPr>
        <p:spPr>
          <a:xfrm>
            <a:off x="7858125" y="5295900"/>
            <a:ext cx="304800" cy="2952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D8E7C3"/>
                </a:solidFill>
                <a:latin typeface="Arial"/>
                <a:ea typeface="Arial"/>
                <a:cs typeface="Arial"/>
                <a:sym typeface="Arial"/>
              </a:rPr>
              <a:t>7</a:t>
            </a:r>
            <a:endParaRPr/>
          </a:p>
        </p:txBody>
      </p:sp>
      <p:sp>
        <p:nvSpPr>
          <p:cNvPr id="622" name="Google Shape;622;p45"/>
          <p:cNvSpPr/>
          <p:nvPr/>
        </p:nvSpPr>
        <p:spPr>
          <a:xfrm>
            <a:off x="8267700" y="5295900"/>
            <a:ext cx="3371850"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650">
                <a:solidFill>
                  <a:srgbClr val="FFF7EA"/>
                </a:solidFill>
                <a:latin typeface="Arial"/>
                <a:ea typeface="Arial"/>
                <a:cs typeface="Arial"/>
                <a:sym typeface="Arial"/>
              </a:rPr>
              <a:t>Pickup to existing facility</a:t>
            </a:r>
            <a:endParaRPr/>
          </a:p>
        </p:txBody>
      </p:sp>
      <p:sp>
        <p:nvSpPr>
          <p:cNvPr id="623" name="Google Shape;623;p45"/>
          <p:cNvSpPr/>
          <p:nvPr/>
        </p:nvSpPr>
        <p:spPr>
          <a:xfrm>
            <a:off x="533400" y="6019800"/>
            <a:ext cx="10953750" cy="333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500">
                <a:solidFill>
                  <a:srgbClr val="D8E7C3"/>
                </a:solidFill>
                <a:latin typeface="Arial"/>
                <a:ea typeface="Arial"/>
                <a:cs typeface="Arial"/>
                <a:sym typeface="Arial"/>
              </a:rPr>
              <a:t>Demo placeholder. Product capabilities and partner connections need team verification.</a:t>
            </a:r>
            <a:endParaRPr/>
          </a:p>
        </p:txBody>
      </p:sp>
      <p:sp>
        <p:nvSpPr>
          <p:cNvPr id="624" name="Google Shape;624;p45"/>
          <p:cNvSpPr/>
          <p:nvPr/>
        </p:nvSpPr>
        <p:spPr>
          <a:xfrm>
            <a:off x="11353800" y="6372225"/>
            <a:ext cx="333375" cy="21907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200">
                <a:solidFill>
                  <a:srgbClr val="D8E7C3"/>
                </a:solidFill>
                <a:latin typeface="Arial"/>
                <a:ea typeface="Arial"/>
                <a:cs typeface="Arial"/>
                <a:sym typeface="Arial"/>
              </a:rPr>
              <a:t>04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7EA"/>
        </a:solidFill>
      </p:bgPr>
    </p:bg>
    <p:spTree>
      <p:nvGrpSpPr>
        <p:cNvPr id="629" name="Shape 629"/>
        <p:cNvGrpSpPr/>
        <p:nvPr/>
      </p:nvGrpSpPr>
      <p:grpSpPr>
        <a:xfrm>
          <a:off x="0" y="0"/>
          <a:ext cx="0" cy="0"/>
          <a:chOff x="0" y="0"/>
          <a:chExt cx="0" cy="0"/>
        </a:xfrm>
      </p:grpSpPr>
      <p:sp>
        <p:nvSpPr>
          <p:cNvPr id="630" name="Google Shape;630;p46"/>
          <p:cNvSpPr/>
          <p:nvPr/>
        </p:nvSpPr>
        <p:spPr>
          <a:xfrm>
            <a:off x="533400" y="447675"/>
            <a:ext cx="11125200" cy="638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600">
                <a:solidFill>
                  <a:srgbClr val="352039"/>
                </a:solidFill>
                <a:latin typeface="Arial"/>
                <a:ea typeface="Arial"/>
                <a:cs typeface="Arial"/>
                <a:sym typeface="Arial"/>
              </a:rPr>
              <a:t>AI helps organize. People confirm.</a:t>
            </a:r>
            <a:endParaRPr/>
          </a:p>
        </p:txBody>
      </p:sp>
      <p:sp>
        <p:nvSpPr>
          <p:cNvPr id="631" name="Google Shape;631;p46"/>
          <p:cNvSpPr/>
          <p:nvPr/>
        </p:nvSpPr>
        <p:spPr>
          <a:xfrm>
            <a:off x="533400" y="1209675"/>
            <a:ext cx="10477500" cy="3238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70616D"/>
                </a:solidFill>
                <a:latin typeface="Arial"/>
                <a:ea typeface="Arial"/>
                <a:cs typeface="Arial"/>
                <a:sym typeface="Arial"/>
              </a:rPr>
              <a:t>Proposed AI / OCI role</a:t>
            </a:r>
            <a:endParaRPr/>
          </a:p>
        </p:txBody>
      </p:sp>
      <p:sp>
        <p:nvSpPr>
          <p:cNvPr id="632" name="Google Shape;632;p46"/>
          <p:cNvSpPr/>
          <p:nvPr/>
        </p:nvSpPr>
        <p:spPr>
          <a:xfrm>
            <a:off x="533400" y="2076450"/>
            <a:ext cx="33147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352039"/>
                </a:solidFill>
                <a:latin typeface="Arial"/>
                <a:ea typeface="Arial"/>
                <a:cs typeface="Arial"/>
                <a:sym typeface="Arial"/>
              </a:rPr>
              <a:t>Event information</a:t>
            </a:r>
            <a:endParaRPr/>
          </a:p>
        </p:txBody>
      </p:sp>
      <p:cxnSp>
        <p:nvCxnSpPr>
          <p:cNvPr id="633" name="Google Shape;633;p46"/>
          <p:cNvCxnSpPr/>
          <p:nvPr/>
        </p:nvCxnSpPr>
        <p:spPr>
          <a:xfrm>
            <a:off x="533400" y="1866900"/>
            <a:ext cx="3314700" cy="0"/>
          </a:xfrm>
          <a:prstGeom prst="straightConnector1">
            <a:avLst/>
          </a:prstGeom>
          <a:noFill/>
          <a:ln cap="flat" cmpd="sng" w="47625">
            <a:solidFill>
              <a:srgbClr val="352039"/>
            </a:solidFill>
            <a:prstDash val="solid"/>
            <a:round/>
            <a:headEnd len="sm" w="sm" type="none"/>
            <a:tailEnd len="sm" w="sm" type="none"/>
          </a:ln>
        </p:spPr>
      </p:cxnSp>
      <p:sp>
        <p:nvSpPr>
          <p:cNvPr id="634" name="Google Shape;634;p46"/>
          <p:cNvSpPr/>
          <p:nvPr/>
        </p:nvSpPr>
        <p:spPr>
          <a:xfrm>
            <a:off x="533400" y="2724150"/>
            <a:ext cx="3314700" cy="1257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352039"/>
                </a:solidFill>
                <a:latin typeface="Arial"/>
                <a:ea typeface="Arial"/>
                <a:cs typeface="Arial"/>
                <a:sym typeface="Arial"/>
              </a:rPr>
              <a:t>Event + order details</a:t>
            </a:r>
            <a:endParaRPr/>
          </a:p>
          <a:p>
            <a:pPr indent="0" lvl="0" marL="0" marR="0" rtl="0" algn="l">
              <a:spcBef>
                <a:spcPts val="0"/>
              </a:spcBef>
              <a:spcAft>
                <a:spcPts val="0"/>
              </a:spcAft>
              <a:buNone/>
            </a:pPr>
            <a:r>
              <a:rPr b="0" lang="en-US" sz="1950">
                <a:solidFill>
                  <a:srgbClr val="352039"/>
                </a:solidFill>
                <a:latin typeface="Arial"/>
                <a:ea typeface="Arial"/>
                <a:cs typeface="Arial"/>
                <a:sym typeface="Arial"/>
              </a:rPr>
              <a:t>Past outcomes, if available</a:t>
            </a:r>
            <a:endParaRPr/>
          </a:p>
        </p:txBody>
      </p:sp>
      <p:sp>
        <p:nvSpPr>
          <p:cNvPr id="635" name="Google Shape;635;p46"/>
          <p:cNvSpPr/>
          <p:nvPr/>
        </p:nvSpPr>
        <p:spPr>
          <a:xfrm>
            <a:off x="4371975" y="2076450"/>
            <a:ext cx="331470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352039"/>
                </a:solidFill>
                <a:latin typeface="Arial"/>
                <a:ea typeface="Arial"/>
                <a:cs typeface="Arial"/>
                <a:sym typeface="Arial"/>
              </a:rPr>
              <a:t>AI assistance</a:t>
            </a:r>
            <a:endParaRPr/>
          </a:p>
        </p:txBody>
      </p:sp>
      <p:cxnSp>
        <p:nvCxnSpPr>
          <p:cNvPr id="636" name="Google Shape;636;p46"/>
          <p:cNvCxnSpPr/>
          <p:nvPr/>
        </p:nvCxnSpPr>
        <p:spPr>
          <a:xfrm>
            <a:off x="4371975" y="1866900"/>
            <a:ext cx="3314700" cy="0"/>
          </a:xfrm>
          <a:prstGeom prst="straightConnector1">
            <a:avLst/>
          </a:prstGeom>
          <a:noFill/>
          <a:ln cap="flat" cmpd="sng" w="47625">
            <a:solidFill>
              <a:srgbClr val="EF775F"/>
            </a:solidFill>
            <a:prstDash val="solid"/>
            <a:round/>
            <a:headEnd len="sm" w="sm" type="none"/>
            <a:tailEnd len="sm" w="sm" type="none"/>
          </a:ln>
        </p:spPr>
      </p:cxnSp>
      <p:sp>
        <p:nvSpPr>
          <p:cNvPr id="637" name="Google Shape;637;p46"/>
          <p:cNvSpPr/>
          <p:nvPr/>
        </p:nvSpPr>
        <p:spPr>
          <a:xfrm>
            <a:off x="4371975" y="2724150"/>
            <a:ext cx="3314700" cy="1257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352039"/>
                </a:solidFill>
                <a:latin typeface="Arial"/>
                <a:ea typeface="Arial"/>
                <a:cs typeface="Arial"/>
                <a:sym typeface="Arial"/>
              </a:rPr>
              <a:t>Organize information</a:t>
            </a:r>
            <a:endParaRPr/>
          </a:p>
          <a:p>
            <a:pPr indent="0" lvl="0" marL="0" marR="0" rtl="0" algn="l">
              <a:spcBef>
                <a:spcPts val="0"/>
              </a:spcBef>
              <a:spcAft>
                <a:spcPts val="0"/>
              </a:spcAft>
              <a:buNone/>
            </a:pPr>
            <a:r>
              <a:rPr b="0" lang="en-US" sz="1950">
                <a:solidFill>
                  <a:srgbClr val="352039"/>
                </a:solidFill>
                <a:latin typeface="Arial"/>
                <a:ea typeface="Arial"/>
                <a:cs typeface="Arial"/>
                <a:sym typeface="Arial"/>
              </a:rPr>
              <a:t>Estimate a likely range</a:t>
            </a:r>
            <a:endParaRPr/>
          </a:p>
          <a:p>
            <a:pPr indent="0" lvl="0" marL="0" marR="0" rtl="0" algn="l">
              <a:spcBef>
                <a:spcPts val="0"/>
              </a:spcBef>
              <a:spcAft>
                <a:spcPts val="0"/>
              </a:spcAft>
              <a:buNone/>
            </a:pPr>
            <a:r>
              <a:rPr b="0" lang="en-US" sz="1950">
                <a:solidFill>
                  <a:srgbClr val="352039"/>
                </a:solidFill>
                <a:latin typeface="Arial"/>
                <a:ea typeface="Arial"/>
                <a:cs typeface="Arial"/>
                <a:sym typeface="Arial"/>
              </a:rPr>
              <a:t>Suggest photo tags</a:t>
            </a:r>
            <a:endParaRPr/>
          </a:p>
        </p:txBody>
      </p:sp>
      <p:sp>
        <p:nvSpPr>
          <p:cNvPr id="638" name="Google Shape;638;p46"/>
          <p:cNvSpPr/>
          <p:nvPr/>
        </p:nvSpPr>
        <p:spPr>
          <a:xfrm>
            <a:off x="8210550" y="2076450"/>
            <a:ext cx="3448050" cy="42862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352039"/>
                </a:solidFill>
                <a:latin typeface="Arial"/>
                <a:ea typeface="Arial"/>
                <a:cs typeface="Arial"/>
                <a:sym typeface="Arial"/>
              </a:rPr>
              <a:t>Human confirmation</a:t>
            </a:r>
            <a:endParaRPr/>
          </a:p>
        </p:txBody>
      </p:sp>
      <p:cxnSp>
        <p:nvCxnSpPr>
          <p:cNvPr id="639" name="Google Shape;639;p46"/>
          <p:cNvCxnSpPr/>
          <p:nvPr/>
        </p:nvCxnSpPr>
        <p:spPr>
          <a:xfrm>
            <a:off x="8210550" y="1866900"/>
            <a:ext cx="3448050" cy="0"/>
          </a:xfrm>
          <a:prstGeom prst="straightConnector1">
            <a:avLst/>
          </a:prstGeom>
          <a:noFill/>
          <a:ln cap="flat" cmpd="sng" w="47625">
            <a:solidFill>
              <a:srgbClr val="352039"/>
            </a:solidFill>
            <a:prstDash val="solid"/>
            <a:round/>
            <a:headEnd len="sm" w="sm" type="none"/>
            <a:tailEnd len="sm" w="sm" type="none"/>
          </a:ln>
        </p:spPr>
      </p:cxnSp>
      <p:sp>
        <p:nvSpPr>
          <p:cNvPr id="640" name="Google Shape;640;p46"/>
          <p:cNvSpPr/>
          <p:nvPr/>
        </p:nvSpPr>
        <p:spPr>
          <a:xfrm>
            <a:off x="8210550" y="2724150"/>
            <a:ext cx="3448050" cy="1257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352039"/>
                </a:solidFill>
                <a:latin typeface="Arial"/>
                <a:ea typeface="Arial"/>
                <a:cs typeface="Arial"/>
                <a:sym typeface="Arial"/>
              </a:rPr>
              <a:t>Actual quantity</a:t>
            </a:r>
            <a:endParaRPr/>
          </a:p>
          <a:p>
            <a:pPr indent="0" lvl="0" marL="0" marR="0" rtl="0" algn="l">
              <a:spcBef>
                <a:spcPts val="0"/>
              </a:spcBef>
              <a:spcAft>
                <a:spcPts val="0"/>
              </a:spcAft>
              <a:buNone/>
            </a:pPr>
            <a:r>
              <a:rPr b="0" lang="en-US" sz="1950">
                <a:solidFill>
                  <a:srgbClr val="352039"/>
                </a:solidFill>
                <a:latin typeface="Arial"/>
                <a:ea typeface="Arial"/>
                <a:cs typeface="Arial"/>
                <a:sym typeface="Arial"/>
              </a:rPr>
              <a:t>Packaging</a:t>
            </a:r>
            <a:endParaRPr/>
          </a:p>
          <a:p>
            <a:pPr indent="0" lvl="0" marL="0" marR="0" rtl="0" algn="l">
              <a:spcBef>
                <a:spcPts val="0"/>
              </a:spcBef>
              <a:spcAft>
                <a:spcPts val="0"/>
              </a:spcAft>
              <a:buNone/>
            </a:pPr>
            <a:r>
              <a:rPr b="0" lang="en-US" sz="1950">
                <a:solidFill>
                  <a:srgbClr val="352039"/>
                </a:solidFill>
                <a:latin typeface="Arial"/>
                <a:ea typeface="Arial"/>
                <a:cs typeface="Arial"/>
                <a:sym typeface="Arial"/>
              </a:rPr>
              <a:t>Relevant food information</a:t>
            </a:r>
            <a:endParaRPr/>
          </a:p>
        </p:txBody>
      </p:sp>
      <p:sp>
        <p:nvSpPr>
          <p:cNvPr id="641" name="Google Shape;641;p46"/>
          <p:cNvSpPr/>
          <p:nvPr/>
        </p:nvSpPr>
        <p:spPr>
          <a:xfrm>
            <a:off x="533400" y="4371975"/>
            <a:ext cx="109537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00">
                <a:solidFill>
                  <a:srgbClr val="352039"/>
                </a:solidFill>
                <a:latin typeface="Arial"/>
                <a:ea typeface="Arial"/>
                <a:cs typeface="Arial"/>
                <a:sym typeface="Arial"/>
              </a:rPr>
              <a:t>OCI: [service used + demonstrated step]</a:t>
            </a:r>
            <a:endParaRPr/>
          </a:p>
        </p:txBody>
      </p:sp>
      <p:sp>
        <p:nvSpPr>
          <p:cNvPr id="642" name="Google Shape;642;p46"/>
          <p:cNvSpPr/>
          <p:nvPr/>
        </p:nvSpPr>
        <p:spPr>
          <a:xfrm>
            <a:off x="533400" y="5010150"/>
            <a:ext cx="109537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00">
                <a:solidFill>
                  <a:srgbClr val="352039"/>
                </a:solidFill>
                <a:latin typeface="Arial"/>
                <a:ea typeface="Arial"/>
                <a:cs typeface="Arial"/>
                <a:sym typeface="Arial"/>
              </a:rPr>
              <a:t>A photo cannot prove safety or allergen status.</a:t>
            </a:r>
            <a:endParaRPr/>
          </a:p>
        </p:txBody>
      </p:sp>
      <p:cxnSp>
        <p:nvCxnSpPr>
          <p:cNvPr id="643" name="Google Shape;643;p46"/>
          <p:cNvCxnSpPr/>
          <p:nvPr/>
        </p:nvCxnSpPr>
        <p:spPr>
          <a:xfrm>
            <a:off x="533400" y="5619750"/>
            <a:ext cx="11125200" cy="0"/>
          </a:xfrm>
          <a:prstGeom prst="straightConnector1">
            <a:avLst/>
          </a:prstGeom>
          <a:noFill/>
          <a:ln cap="flat" cmpd="sng" w="19050">
            <a:solidFill>
              <a:srgbClr val="D9CCCF"/>
            </a:solidFill>
            <a:prstDash val="solid"/>
            <a:round/>
            <a:headEnd len="sm" w="sm" type="none"/>
            <a:tailEnd len="sm" w="sm" type="none"/>
          </a:ln>
        </p:spPr>
      </p:cxnSp>
      <p:sp>
        <p:nvSpPr>
          <p:cNvPr id="644" name="Google Shape;644;p46"/>
          <p:cNvSpPr/>
          <p:nvPr/>
        </p:nvSpPr>
        <p:spPr>
          <a:xfrm>
            <a:off x="533400" y="5876925"/>
            <a:ext cx="1057275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352039"/>
                </a:solidFill>
                <a:latin typeface="Arial"/>
                <a:ea typeface="Arial"/>
                <a:cs typeface="Arial"/>
                <a:sym typeface="Arial"/>
              </a:rPr>
              <a:t>Only operational handoff data. No attendee lists or private event details.</a:t>
            </a:r>
            <a:endParaRPr/>
          </a:p>
        </p:txBody>
      </p:sp>
      <p:sp>
        <p:nvSpPr>
          <p:cNvPr id="645" name="Google Shape;645;p46"/>
          <p:cNvSpPr/>
          <p:nvPr/>
        </p:nvSpPr>
        <p:spPr>
          <a:xfrm>
            <a:off x="11353800" y="6372225"/>
            <a:ext cx="333375" cy="21907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200">
                <a:solidFill>
                  <a:srgbClr val="70616D"/>
                </a:solidFill>
                <a:latin typeface="Arial"/>
                <a:ea typeface="Arial"/>
                <a:cs typeface="Arial"/>
                <a:sym typeface="Arial"/>
              </a:rPr>
              <a:t>05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7EA"/>
        </a:solidFill>
      </p:bgPr>
    </p:bg>
    <p:spTree>
      <p:nvGrpSpPr>
        <p:cNvPr id="650" name="Shape 650"/>
        <p:cNvGrpSpPr/>
        <p:nvPr/>
      </p:nvGrpSpPr>
      <p:grpSpPr>
        <a:xfrm>
          <a:off x="0" y="0"/>
          <a:ext cx="0" cy="0"/>
          <a:chOff x="0" y="0"/>
          <a:chExt cx="0" cy="0"/>
        </a:xfrm>
      </p:grpSpPr>
      <p:sp>
        <p:nvSpPr>
          <p:cNvPr id="651" name="Google Shape;651;p47"/>
          <p:cNvSpPr/>
          <p:nvPr/>
        </p:nvSpPr>
        <p:spPr>
          <a:xfrm>
            <a:off x="533400" y="447675"/>
            <a:ext cx="11125200" cy="638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600">
                <a:solidFill>
                  <a:srgbClr val="352039"/>
                </a:solidFill>
                <a:latin typeface="Arial"/>
                <a:ea typeface="Arial"/>
                <a:cs typeface="Arial"/>
                <a:sym typeface="Arial"/>
              </a:rPr>
              <a:t>A small pilot with clear measures</a:t>
            </a:r>
            <a:endParaRPr/>
          </a:p>
        </p:txBody>
      </p:sp>
      <p:sp>
        <p:nvSpPr>
          <p:cNvPr id="652" name="Google Shape;652;p47"/>
          <p:cNvSpPr/>
          <p:nvPr/>
        </p:nvSpPr>
        <p:spPr>
          <a:xfrm>
            <a:off x="485775" y="1485900"/>
            <a:ext cx="2000250" cy="23431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350">
                <a:solidFill>
                  <a:srgbClr val="EF775F"/>
                </a:solidFill>
                <a:latin typeface="Arial"/>
                <a:ea typeface="Arial"/>
                <a:cs typeface="Arial"/>
                <a:sym typeface="Arial"/>
              </a:rPr>
              <a:t>1</a:t>
            </a:r>
            <a:endParaRPr/>
          </a:p>
        </p:txBody>
      </p:sp>
      <p:sp>
        <p:nvSpPr>
          <p:cNvPr id="653" name="Google Shape;653;p47"/>
          <p:cNvSpPr/>
          <p:nvPr/>
        </p:nvSpPr>
        <p:spPr>
          <a:xfrm>
            <a:off x="590550" y="3895725"/>
            <a:ext cx="200025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175">
                <a:solidFill>
                  <a:srgbClr val="352039"/>
                </a:solidFill>
                <a:latin typeface="Arial"/>
                <a:ea typeface="Arial"/>
                <a:cs typeface="Arial"/>
                <a:sym typeface="Arial"/>
              </a:rPr>
              <a:t>of each</a:t>
            </a:r>
            <a:endParaRPr/>
          </a:p>
        </p:txBody>
      </p:sp>
      <p:sp>
        <p:nvSpPr>
          <p:cNvPr id="654" name="Google Shape;654;p47"/>
          <p:cNvSpPr/>
          <p:nvPr/>
        </p:nvSpPr>
        <p:spPr>
          <a:xfrm>
            <a:off x="2714625" y="1914525"/>
            <a:ext cx="4095750" cy="1943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175">
                <a:solidFill>
                  <a:srgbClr val="352039"/>
                </a:solidFill>
                <a:latin typeface="Arial"/>
                <a:ea typeface="Arial"/>
                <a:cs typeface="Arial"/>
                <a:sym typeface="Arial"/>
              </a:rPr>
              <a:t>Facility or department</a:t>
            </a:r>
            <a:endParaRPr/>
          </a:p>
          <a:p>
            <a:pPr indent="0" lvl="0" marL="0" marR="0" rtl="0" algn="l">
              <a:spcBef>
                <a:spcPts val="0"/>
              </a:spcBef>
              <a:spcAft>
                <a:spcPts val="0"/>
              </a:spcAft>
              <a:buNone/>
            </a:pPr>
            <a:r>
              <a:rPr b="0" lang="en-US" sz="2175">
                <a:solidFill>
                  <a:srgbClr val="352039"/>
                </a:solidFill>
                <a:latin typeface="Arial"/>
                <a:ea typeface="Arial"/>
                <a:cs typeface="Arial"/>
                <a:sym typeface="Arial"/>
              </a:rPr>
              <a:t>Type of event</a:t>
            </a:r>
            <a:endParaRPr/>
          </a:p>
          <a:p>
            <a:pPr indent="0" lvl="0" marL="0" marR="0" rtl="0" algn="l">
              <a:spcBef>
                <a:spcPts val="0"/>
              </a:spcBef>
              <a:spcAft>
                <a:spcPts val="0"/>
              </a:spcAft>
              <a:buNone/>
            </a:pPr>
            <a:r>
              <a:rPr b="0" lang="en-US" sz="2175">
                <a:solidFill>
                  <a:srgbClr val="352039"/>
                </a:solidFill>
                <a:latin typeface="Arial"/>
                <a:ea typeface="Arial"/>
                <a:cs typeface="Arial"/>
                <a:sym typeface="Arial"/>
              </a:rPr>
              <a:t>Verified recovery partner</a:t>
            </a:r>
            <a:endParaRPr/>
          </a:p>
          <a:p>
            <a:pPr indent="0" lvl="0" marL="0" marR="0" rtl="0" algn="l">
              <a:spcBef>
                <a:spcPts val="0"/>
              </a:spcBef>
              <a:spcAft>
                <a:spcPts val="0"/>
              </a:spcAft>
              <a:buNone/>
            </a:pPr>
            <a:r>
              <a:rPr b="0" lang="en-US" sz="2175">
                <a:solidFill>
                  <a:srgbClr val="352039"/>
                </a:solidFill>
                <a:latin typeface="Arial"/>
                <a:ea typeface="Arial"/>
                <a:cs typeface="Arial"/>
                <a:sym typeface="Arial"/>
              </a:rPr>
              <a:t>Scheduled volunteer pool</a:t>
            </a:r>
            <a:endParaRPr/>
          </a:p>
        </p:txBody>
      </p:sp>
      <p:cxnSp>
        <p:nvCxnSpPr>
          <p:cNvPr id="655" name="Google Shape;655;p47"/>
          <p:cNvCxnSpPr/>
          <p:nvPr/>
        </p:nvCxnSpPr>
        <p:spPr>
          <a:xfrm>
            <a:off x="7296150" y="1581150"/>
            <a:ext cx="4362450" cy="0"/>
          </a:xfrm>
          <a:prstGeom prst="straightConnector1">
            <a:avLst/>
          </a:prstGeom>
          <a:noFill/>
          <a:ln cap="flat" cmpd="sng" w="38100">
            <a:solidFill>
              <a:srgbClr val="352039"/>
            </a:solidFill>
            <a:prstDash val="solid"/>
            <a:round/>
            <a:headEnd len="sm" w="sm" type="none"/>
            <a:tailEnd len="sm" w="sm" type="none"/>
          </a:ln>
        </p:spPr>
      </p:cxnSp>
      <p:sp>
        <p:nvSpPr>
          <p:cNvPr id="656" name="Google Shape;656;p47"/>
          <p:cNvSpPr/>
          <p:nvPr/>
        </p:nvSpPr>
        <p:spPr>
          <a:xfrm>
            <a:off x="7296150" y="1838325"/>
            <a:ext cx="4381500" cy="2857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70616D"/>
                </a:solidFill>
                <a:latin typeface="Arial"/>
                <a:ea typeface="Arial"/>
                <a:cs typeface="Arial"/>
                <a:sym typeface="Arial"/>
              </a:rPr>
              <a:t>MEASURES TO COLLECT</a:t>
            </a:r>
            <a:endParaRPr/>
          </a:p>
        </p:txBody>
      </p:sp>
      <p:sp>
        <p:nvSpPr>
          <p:cNvPr id="657" name="Google Shape;657;p47"/>
          <p:cNvSpPr/>
          <p:nvPr/>
        </p:nvSpPr>
        <p:spPr>
          <a:xfrm>
            <a:off x="7296150" y="2324100"/>
            <a:ext cx="4381500" cy="371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352039"/>
                </a:solidFill>
                <a:latin typeface="Arial"/>
                <a:ea typeface="Arial"/>
                <a:cs typeface="Arial"/>
                <a:sym typeface="Arial"/>
              </a:rPr>
              <a:t>Forecast vs. confirmed surplus</a:t>
            </a:r>
            <a:endParaRPr/>
          </a:p>
        </p:txBody>
      </p:sp>
      <p:sp>
        <p:nvSpPr>
          <p:cNvPr id="658" name="Google Shape;658;p47"/>
          <p:cNvSpPr/>
          <p:nvPr/>
        </p:nvSpPr>
        <p:spPr>
          <a:xfrm>
            <a:off x="7296150" y="2790825"/>
            <a:ext cx="4381500" cy="371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352039"/>
                </a:solidFill>
                <a:latin typeface="Arial"/>
                <a:ea typeface="Arial"/>
                <a:cs typeface="Arial"/>
                <a:sym typeface="Arial"/>
              </a:rPr>
              <a:t>Offers accepted + picked up</a:t>
            </a:r>
            <a:endParaRPr/>
          </a:p>
        </p:txBody>
      </p:sp>
      <p:sp>
        <p:nvSpPr>
          <p:cNvPr id="659" name="Google Shape;659;p47"/>
          <p:cNvSpPr/>
          <p:nvPr/>
        </p:nvSpPr>
        <p:spPr>
          <a:xfrm>
            <a:off x="7296150" y="3257550"/>
            <a:ext cx="4381500" cy="371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352039"/>
                </a:solidFill>
                <a:latin typeface="Arial"/>
                <a:ea typeface="Arial"/>
                <a:cs typeface="Arial"/>
                <a:sym typeface="Arial"/>
              </a:rPr>
              <a:t>Confirmation-to-arrival time</a:t>
            </a:r>
            <a:endParaRPr/>
          </a:p>
        </p:txBody>
      </p:sp>
      <p:sp>
        <p:nvSpPr>
          <p:cNvPr id="660" name="Google Shape;660;p47"/>
          <p:cNvSpPr/>
          <p:nvPr/>
        </p:nvSpPr>
        <p:spPr>
          <a:xfrm>
            <a:off x="7296150" y="3724275"/>
            <a:ext cx="4381500" cy="371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352039"/>
                </a:solidFill>
                <a:latin typeface="Arial"/>
                <a:ea typeface="Arial"/>
                <a:cs typeface="Arial"/>
                <a:sym typeface="Arial"/>
              </a:rPr>
              <a:t>Organizer effort</a:t>
            </a:r>
            <a:endParaRPr/>
          </a:p>
        </p:txBody>
      </p:sp>
      <p:sp>
        <p:nvSpPr>
          <p:cNvPr id="661" name="Google Shape;661;p47"/>
          <p:cNvSpPr/>
          <p:nvPr/>
        </p:nvSpPr>
        <p:spPr>
          <a:xfrm>
            <a:off x="7296150" y="4191000"/>
            <a:ext cx="4381500" cy="371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800">
                <a:solidFill>
                  <a:srgbClr val="352039"/>
                </a:solidFill>
                <a:latin typeface="Arial"/>
                <a:ea typeface="Arial"/>
                <a:cs typeface="Arial"/>
                <a:sym typeface="Arial"/>
              </a:rPr>
              <a:t>Recipient acceptance</a:t>
            </a:r>
            <a:endParaRPr/>
          </a:p>
        </p:txBody>
      </p:sp>
      <p:cxnSp>
        <p:nvCxnSpPr>
          <p:cNvPr id="662" name="Google Shape;662;p47"/>
          <p:cNvCxnSpPr/>
          <p:nvPr/>
        </p:nvCxnSpPr>
        <p:spPr>
          <a:xfrm>
            <a:off x="533400" y="4905375"/>
            <a:ext cx="11125200" cy="0"/>
          </a:xfrm>
          <a:prstGeom prst="straightConnector1">
            <a:avLst/>
          </a:prstGeom>
          <a:noFill/>
          <a:ln cap="flat" cmpd="sng" w="19050">
            <a:solidFill>
              <a:srgbClr val="D9CCCF"/>
            </a:solidFill>
            <a:prstDash val="solid"/>
            <a:round/>
            <a:headEnd len="sm" w="sm" type="none"/>
            <a:tailEnd len="sm" w="sm" type="none"/>
          </a:ln>
        </p:spPr>
      </p:cxnSp>
      <p:sp>
        <p:nvSpPr>
          <p:cNvPr id="663" name="Google Shape;663;p47"/>
          <p:cNvSpPr/>
          <p:nvPr/>
        </p:nvSpPr>
        <p:spPr>
          <a:xfrm>
            <a:off x="533400" y="5210175"/>
            <a:ext cx="1095375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70616D"/>
                </a:solidFill>
                <a:latin typeface="Arial"/>
                <a:ea typeface="Arial"/>
                <a:cs typeface="Arial"/>
                <a:sym typeface="Arial"/>
              </a:rPr>
              <a:t>FUNDING HYPOTHESIS TO VALIDATE</a:t>
            </a:r>
            <a:endParaRPr/>
          </a:p>
        </p:txBody>
      </p:sp>
      <p:sp>
        <p:nvSpPr>
          <p:cNvPr id="664" name="Google Shape;664;p47"/>
          <p:cNvSpPr/>
          <p:nvPr/>
        </p:nvSpPr>
        <p:spPr>
          <a:xfrm>
            <a:off x="533400" y="5629275"/>
            <a:ext cx="10763250" cy="7143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352039"/>
                </a:solidFill>
                <a:latin typeface="Arial"/>
                <a:ea typeface="Arial"/>
                <a:cs typeface="Arial"/>
                <a:sym typeface="Arial"/>
              </a:rPr>
              <a:t>Host facilities, sustainability or CSR funding could support coordination.</a:t>
            </a:r>
            <a:endParaRPr/>
          </a:p>
          <a:p>
            <a:pPr indent="0" lvl="0" marL="0" marR="0" rtl="0" algn="l">
              <a:spcBef>
                <a:spcPts val="0"/>
              </a:spcBef>
              <a:spcAft>
                <a:spcPts val="0"/>
              </a:spcAft>
              <a:buNone/>
            </a:pPr>
            <a:r>
              <a:rPr b="0" lang="en-US" sz="1950">
                <a:solidFill>
                  <a:srgbClr val="352039"/>
                </a:solidFill>
                <a:latin typeface="Arial"/>
                <a:ea typeface="Arial"/>
                <a:cs typeface="Arial"/>
                <a:sym typeface="Arial"/>
              </a:rPr>
              <a:t>Recipients should not pay per donation. Revenue is not yet validated.</a:t>
            </a:r>
            <a:endParaRPr/>
          </a:p>
        </p:txBody>
      </p:sp>
      <p:sp>
        <p:nvSpPr>
          <p:cNvPr id="665" name="Google Shape;665;p47"/>
          <p:cNvSpPr/>
          <p:nvPr/>
        </p:nvSpPr>
        <p:spPr>
          <a:xfrm>
            <a:off x="11353800" y="6372225"/>
            <a:ext cx="333375" cy="21907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200">
                <a:solidFill>
                  <a:srgbClr val="70616D"/>
                </a:solidFill>
                <a:latin typeface="Arial"/>
                <a:ea typeface="Arial"/>
                <a:cs typeface="Arial"/>
                <a:sym typeface="Arial"/>
              </a:rPr>
              <a:t>06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52039"/>
        </a:solidFill>
      </p:bgPr>
    </p:bg>
    <p:spTree>
      <p:nvGrpSpPr>
        <p:cNvPr id="670" name="Shape 670"/>
        <p:cNvGrpSpPr/>
        <p:nvPr/>
      </p:nvGrpSpPr>
      <p:grpSpPr>
        <a:xfrm>
          <a:off x="0" y="0"/>
          <a:ext cx="0" cy="0"/>
          <a:chOff x="0" y="0"/>
          <a:chExt cx="0" cy="0"/>
        </a:xfrm>
      </p:grpSpPr>
      <p:sp>
        <p:nvSpPr>
          <p:cNvPr id="671" name="Google Shape;671;p48"/>
          <p:cNvSpPr/>
          <p:nvPr/>
        </p:nvSpPr>
        <p:spPr>
          <a:xfrm>
            <a:off x="533400" y="447675"/>
            <a:ext cx="11125200" cy="6381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3600">
                <a:solidFill>
                  <a:srgbClr val="FFF7EA"/>
                </a:solidFill>
                <a:latin typeface="Arial"/>
                <a:ea typeface="Arial"/>
                <a:cs typeface="Arial"/>
                <a:sym typeface="Arial"/>
              </a:rPr>
              <a:t>Help us test one handoff</a:t>
            </a:r>
            <a:endParaRPr/>
          </a:p>
        </p:txBody>
      </p:sp>
      <p:sp>
        <p:nvSpPr>
          <p:cNvPr id="672" name="Google Shape;672;p48"/>
          <p:cNvSpPr/>
          <p:nvPr/>
        </p:nvSpPr>
        <p:spPr>
          <a:xfrm>
            <a:off x="542925" y="1447800"/>
            <a:ext cx="10953750" cy="3714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025">
                <a:solidFill>
                  <a:srgbClr val="D8E7C3"/>
                </a:solidFill>
                <a:latin typeface="Arial"/>
                <a:ea typeface="Arial"/>
                <a:cs typeface="Arial"/>
                <a:sym typeface="Arial"/>
              </a:rPr>
              <a:t>Connect us with</a:t>
            </a:r>
            <a:endParaRPr/>
          </a:p>
        </p:txBody>
      </p:sp>
      <p:sp>
        <p:nvSpPr>
          <p:cNvPr id="673" name="Google Shape;673;p48"/>
          <p:cNvSpPr/>
          <p:nvPr/>
        </p:nvSpPr>
        <p:spPr>
          <a:xfrm>
            <a:off x="552450" y="2076450"/>
            <a:ext cx="52387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EF775F"/>
                </a:solidFill>
                <a:latin typeface="Arial"/>
                <a:ea typeface="Arial"/>
                <a:cs typeface="Arial"/>
                <a:sym typeface="Arial"/>
              </a:rPr>
              <a:t>01</a:t>
            </a:r>
            <a:endParaRPr/>
          </a:p>
        </p:txBody>
      </p:sp>
      <p:sp>
        <p:nvSpPr>
          <p:cNvPr id="674" name="Google Shape;674;p48"/>
          <p:cNvSpPr/>
          <p:nvPr/>
        </p:nvSpPr>
        <p:spPr>
          <a:xfrm>
            <a:off x="1257300" y="2028825"/>
            <a:ext cx="1038225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550">
                <a:solidFill>
                  <a:srgbClr val="FFF7EA"/>
                </a:solidFill>
                <a:latin typeface="Arial"/>
                <a:ea typeface="Arial"/>
                <a:cs typeface="Arial"/>
                <a:sym typeface="Arial"/>
              </a:rPr>
              <a:t>One event host</a:t>
            </a:r>
            <a:endParaRPr/>
          </a:p>
        </p:txBody>
      </p:sp>
      <p:sp>
        <p:nvSpPr>
          <p:cNvPr id="675" name="Google Shape;675;p48"/>
          <p:cNvSpPr/>
          <p:nvPr/>
        </p:nvSpPr>
        <p:spPr>
          <a:xfrm>
            <a:off x="552450" y="2724150"/>
            <a:ext cx="52387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EF775F"/>
                </a:solidFill>
                <a:latin typeface="Arial"/>
                <a:ea typeface="Arial"/>
                <a:cs typeface="Arial"/>
                <a:sym typeface="Arial"/>
              </a:rPr>
              <a:t>02</a:t>
            </a:r>
            <a:endParaRPr/>
          </a:p>
        </p:txBody>
      </p:sp>
      <p:sp>
        <p:nvSpPr>
          <p:cNvPr id="676" name="Google Shape;676;p48"/>
          <p:cNvSpPr/>
          <p:nvPr/>
        </p:nvSpPr>
        <p:spPr>
          <a:xfrm>
            <a:off x="1257300" y="2676525"/>
            <a:ext cx="1038225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550">
                <a:solidFill>
                  <a:srgbClr val="FFF7EA"/>
                </a:solidFill>
                <a:latin typeface="Arial"/>
                <a:ea typeface="Arial"/>
                <a:cs typeface="Arial"/>
                <a:sym typeface="Arial"/>
              </a:rPr>
              <a:t>One recovery partner</a:t>
            </a:r>
            <a:endParaRPr/>
          </a:p>
        </p:txBody>
      </p:sp>
      <p:sp>
        <p:nvSpPr>
          <p:cNvPr id="677" name="Google Shape;677;p48"/>
          <p:cNvSpPr/>
          <p:nvPr/>
        </p:nvSpPr>
        <p:spPr>
          <a:xfrm>
            <a:off x="552450" y="3371850"/>
            <a:ext cx="523875" cy="381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725">
                <a:solidFill>
                  <a:srgbClr val="EF775F"/>
                </a:solidFill>
                <a:latin typeface="Arial"/>
                <a:ea typeface="Arial"/>
                <a:cs typeface="Arial"/>
                <a:sym typeface="Arial"/>
              </a:rPr>
              <a:t>03</a:t>
            </a:r>
            <a:endParaRPr/>
          </a:p>
        </p:txBody>
      </p:sp>
      <p:sp>
        <p:nvSpPr>
          <p:cNvPr id="678" name="Google Shape;678;p48"/>
          <p:cNvSpPr/>
          <p:nvPr/>
        </p:nvSpPr>
        <p:spPr>
          <a:xfrm>
            <a:off x="1257300" y="3324225"/>
            <a:ext cx="10382250" cy="4762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550">
                <a:solidFill>
                  <a:srgbClr val="FFF7EA"/>
                </a:solidFill>
                <a:latin typeface="Arial"/>
                <a:ea typeface="Arial"/>
                <a:cs typeface="Arial"/>
                <a:sym typeface="Arial"/>
              </a:rPr>
              <a:t>One volunteer or route partner</a:t>
            </a:r>
            <a:endParaRPr/>
          </a:p>
        </p:txBody>
      </p:sp>
      <p:cxnSp>
        <p:nvCxnSpPr>
          <p:cNvPr id="679" name="Google Shape;679;p48"/>
          <p:cNvCxnSpPr/>
          <p:nvPr/>
        </p:nvCxnSpPr>
        <p:spPr>
          <a:xfrm>
            <a:off x="533400" y="4200525"/>
            <a:ext cx="11125200" cy="0"/>
          </a:xfrm>
          <a:prstGeom prst="straightConnector1">
            <a:avLst/>
          </a:prstGeom>
          <a:noFill/>
          <a:ln cap="flat" cmpd="sng" w="19050">
            <a:solidFill>
              <a:srgbClr val="715A72"/>
            </a:solidFill>
            <a:prstDash val="solid"/>
            <a:round/>
            <a:headEnd len="sm" w="sm" type="none"/>
            <a:tailEnd len="sm" w="sm" type="none"/>
          </a:ln>
        </p:spPr>
      </p:cxnSp>
      <p:sp>
        <p:nvSpPr>
          <p:cNvPr id="680" name="Google Shape;680;p48"/>
          <p:cNvSpPr/>
          <p:nvPr/>
        </p:nvSpPr>
        <p:spPr>
          <a:xfrm>
            <a:off x="542925" y="4448175"/>
            <a:ext cx="17145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350">
                <a:solidFill>
                  <a:srgbClr val="D8E7C3"/>
                </a:solidFill>
                <a:latin typeface="Arial"/>
                <a:ea typeface="Arial"/>
                <a:cs typeface="Arial"/>
                <a:sym typeface="Arial"/>
              </a:rPr>
              <a:t>OUR TEAM</a:t>
            </a:r>
            <a:endParaRPr/>
          </a:p>
        </p:txBody>
      </p:sp>
      <p:sp>
        <p:nvSpPr>
          <p:cNvPr id="681" name="Google Shape;681;p48"/>
          <p:cNvSpPr/>
          <p:nvPr/>
        </p:nvSpPr>
        <p:spPr>
          <a:xfrm>
            <a:off x="2466975" y="4391025"/>
            <a:ext cx="9048750" cy="40005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1950">
                <a:solidFill>
                  <a:srgbClr val="FFF7EA"/>
                </a:solidFill>
                <a:latin typeface="Arial"/>
                <a:ea typeface="Arial"/>
                <a:cs typeface="Arial"/>
                <a:sym typeface="Arial"/>
              </a:rPr>
              <a:t>[Names, roles and relevant skills]</a:t>
            </a:r>
            <a:endParaRPr/>
          </a:p>
        </p:txBody>
      </p:sp>
      <p:sp>
        <p:nvSpPr>
          <p:cNvPr id="682" name="Google Shape;682;p48"/>
          <p:cNvSpPr/>
          <p:nvPr/>
        </p:nvSpPr>
        <p:spPr>
          <a:xfrm>
            <a:off x="523875" y="5276850"/>
            <a:ext cx="11096625" cy="64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4275">
                <a:solidFill>
                  <a:srgbClr val="FFF7EA"/>
                </a:solidFill>
                <a:latin typeface="Arial"/>
                <a:ea typeface="Arial"/>
                <a:cs typeface="Arial"/>
                <a:sym typeface="Arial"/>
              </a:rPr>
              <a:t>Not Wasted.</a:t>
            </a:r>
            <a:endParaRPr/>
          </a:p>
        </p:txBody>
      </p:sp>
      <p:sp>
        <p:nvSpPr>
          <p:cNvPr id="683" name="Google Shape;683;p48"/>
          <p:cNvSpPr/>
          <p:nvPr/>
        </p:nvSpPr>
        <p:spPr>
          <a:xfrm>
            <a:off x="552450" y="5953125"/>
            <a:ext cx="10477500" cy="44767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550">
                <a:solidFill>
                  <a:srgbClr val="EF775F"/>
                </a:solidFill>
                <a:latin typeface="Arial"/>
                <a:ea typeface="Arial"/>
                <a:cs typeface="Arial"/>
                <a:sym typeface="Arial"/>
              </a:rPr>
              <a:t>Surplus saved. Not wasted.</a:t>
            </a:r>
            <a:endParaRPr/>
          </a:p>
        </p:txBody>
      </p:sp>
      <p:sp>
        <p:nvSpPr>
          <p:cNvPr id="684" name="Google Shape;684;p48"/>
          <p:cNvSpPr/>
          <p:nvPr/>
        </p:nvSpPr>
        <p:spPr>
          <a:xfrm>
            <a:off x="11353800" y="6372225"/>
            <a:ext cx="333375" cy="21907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lang="en-US" sz="1200">
                <a:solidFill>
                  <a:srgbClr val="D8E7C3"/>
                </a:solidFill>
                <a:latin typeface="Arial"/>
                <a:ea typeface="Arial"/>
                <a:cs typeface="Arial"/>
                <a:sym typeface="Arial"/>
              </a:rPr>
              <a:t>07</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